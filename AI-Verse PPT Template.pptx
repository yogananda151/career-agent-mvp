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70" r:id="rId14"/>
    <p:sldId id="264" r:id="rId15"/>
  </p:sldIdLst>
  <p:sldSz cx="10287000" cy="5384800"/>
  <p:notesSz cx="6858000" cy="9144000"/>
  <p:embeddedFontLst>
    <p:embeddedFont>
      <p:font typeface="Aharoni" panose="02010803020104030203" pitchFamily="2" charset="-79"/>
      <p:bold r:id="rId16"/>
    </p:embeddedFont>
    <p:embeddedFont>
      <p:font typeface="Franklin Gothic Medium Cond" panose="020B0606030402020204" pitchFamily="34" charset="0"/>
      <p:regular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League Spartan" panose="020B0604020202020204" charset="0"/>
      <p:regular r:id="rId20"/>
    </p:embeddedFont>
    <p:embeddedFont>
      <p:font typeface="Microsoft JhengHei UI Light" panose="020B0304030504040204" pitchFamily="34" charset="-120"/>
      <p:regular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Bold" panose="00000800000000000000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0AA70-673C-42FA-B9AD-7CC8E44F2FA6}" v="128" dt="2025-12-28T13:14:44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86" y="6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ananda1585@gmail.com" userId="a166964a4dfca39e" providerId="LiveId" clId="{CDF3CD1D-250D-4511-9065-E5F78616656E}"/>
    <pc:docChg chg="undo custSel addSld delSld modSld">
      <pc:chgData name="yogananda1585@gmail.com" userId="a166964a4dfca39e" providerId="LiveId" clId="{CDF3CD1D-250D-4511-9065-E5F78616656E}" dt="2025-12-28T13:18:02.220" v="885" actId="20577"/>
      <pc:docMkLst>
        <pc:docMk/>
      </pc:docMkLst>
      <pc:sldChg chg="modSp mod">
        <pc:chgData name="yogananda1585@gmail.com" userId="a166964a4dfca39e" providerId="LiveId" clId="{CDF3CD1D-250D-4511-9065-E5F78616656E}" dt="2025-12-28T04:19:49.093" v="72" actId="207"/>
        <pc:sldMkLst>
          <pc:docMk/>
          <pc:sldMk cId="0" sldId="256"/>
        </pc:sldMkLst>
        <pc:spChg chg="mod">
          <ac:chgData name="yogananda1585@gmail.com" userId="a166964a4dfca39e" providerId="LiveId" clId="{CDF3CD1D-250D-4511-9065-E5F78616656E}" dt="2025-12-28T04:18:36.208" v="58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yogananda1585@gmail.com" userId="a166964a4dfca39e" providerId="LiveId" clId="{CDF3CD1D-250D-4511-9065-E5F78616656E}" dt="2025-12-28T04:19:49.093" v="72" actId="20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yogananda1585@gmail.com" userId="a166964a4dfca39e" providerId="LiveId" clId="{CDF3CD1D-250D-4511-9065-E5F78616656E}" dt="2025-12-28T04:19:15.786" v="71" actId="2711"/>
          <ac:spMkLst>
            <pc:docMk/>
            <pc:sldMk cId="0" sldId="256"/>
            <ac:spMk id="23" creationId="{00000000-0000-0000-0000-000000000000}"/>
          </ac:spMkLst>
        </pc:spChg>
      </pc:sldChg>
      <pc:sldChg chg="addSp delSp modSp mod">
        <pc:chgData name="yogananda1585@gmail.com" userId="a166964a4dfca39e" providerId="LiveId" clId="{CDF3CD1D-250D-4511-9065-E5F78616656E}" dt="2025-12-28T08:57:56.045" v="354" actId="1076"/>
        <pc:sldMkLst>
          <pc:docMk/>
          <pc:sldMk cId="0" sldId="257"/>
        </pc:sldMkLst>
        <pc:spChg chg="del mod">
          <ac:chgData name="yogananda1585@gmail.com" userId="a166964a4dfca39e" providerId="LiveId" clId="{CDF3CD1D-250D-4511-9065-E5F78616656E}" dt="2025-12-28T04:21:42.504" v="96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yogananda1585@gmail.com" userId="a166964a4dfca39e" providerId="LiveId" clId="{CDF3CD1D-250D-4511-9065-E5F78616656E}" dt="2025-12-28T08:57:56.045" v="354" actId="1076"/>
          <ac:spMkLst>
            <pc:docMk/>
            <pc:sldMk cId="0" sldId="257"/>
            <ac:spMk id="12" creationId="{86C48F3D-E5A7-26FB-8A59-8D38956425C7}"/>
          </ac:spMkLst>
        </pc:spChg>
      </pc:sldChg>
      <pc:sldChg chg="addSp delSp modSp mod modClrScheme chgLayout">
        <pc:chgData name="yogananda1585@gmail.com" userId="a166964a4dfca39e" providerId="LiveId" clId="{CDF3CD1D-250D-4511-9065-E5F78616656E}" dt="2025-12-28T12:13:15.329" v="499" actId="20577"/>
        <pc:sldMkLst>
          <pc:docMk/>
          <pc:sldMk cId="0" sldId="258"/>
        </pc:sldMkLst>
        <pc:spChg chg="del mod">
          <ac:chgData name="yogananda1585@gmail.com" userId="a166964a4dfca39e" providerId="LiveId" clId="{CDF3CD1D-250D-4511-9065-E5F78616656E}" dt="2025-12-28T04:39:49.338" v="121"/>
          <ac:spMkLst>
            <pc:docMk/>
            <pc:sldMk cId="0" sldId="258"/>
            <ac:spMk id="11" creationId="{00000000-0000-0000-0000-000000000000}"/>
          </ac:spMkLst>
        </pc:spChg>
        <pc:spChg chg="add del mod">
          <ac:chgData name="yogananda1585@gmail.com" userId="a166964a4dfca39e" providerId="LiveId" clId="{CDF3CD1D-250D-4511-9065-E5F78616656E}" dt="2025-12-28T12:06:05.942" v="397"/>
          <ac:spMkLst>
            <pc:docMk/>
            <pc:sldMk cId="0" sldId="258"/>
            <ac:spMk id="11" creationId="{8E839D64-AD86-7700-78D0-61A7B1773055}"/>
          </ac:spMkLst>
        </pc:spChg>
        <pc:spChg chg="add">
          <ac:chgData name="yogananda1585@gmail.com" userId="a166964a4dfca39e" providerId="LiveId" clId="{CDF3CD1D-250D-4511-9065-E5F78616656E}" dt="2025-12-28T08:58:47.302" v="356"/>
          <ac:spMkLst>
            <pc:docMk/>
            <pc:sldMk cId="0" sldId="258"/>
            <ac:spMk id="11" creationId="{986799C3-DE4C-B0E3-A814-037F16BE8295}"/>
          </ac:spMkLst>
        </pc:spChg>
        <pc:spChg chg="add mod">
          <ac:chgData name="yogananda1585@gmail.com" userId="a166964a4dfca39e" providerId="LiveId" clId="{CDF3CD1D-250D-4511-9065-E5F78616656E}" dt="2025-12-28T08:59:47.173" v="366" actId="1076"/>
          <ac:spMkLst>
            <pc:docMk/>
            <pc:sldMk cId="0" sldId="258"/>
            <ac:spMk id="12" creationId="{2725D4B3-7819-B9E2-44B0-B9FED82C6E0A}"/>
          </ac:spMkLst>
        </pc:spChg>
        <pc:spChg chg="add mod">
          <ac:chgData name="yogananda1585@gmail.com" userId="a166964a4dfca39e" providerId="LiveId" clId="{CDF3CD1D-250D-4511-9065-E5F78616656E}" dt="2025-12-28T12:13:15.329" v="499" actId="20577"/>
          <ac:spMkLst>
            <pc:docMk/>
            <pc:sldMk cId="0" sldId="258"/>
            <ac:spMk id="13" creationId="{0F51DAD9-4684-315A-531C-6067D77F6B5E}"/>
          </ac:spMkLst>
        </pc:spChg>
        <pc:spChg chg="add del mod">
          <ac:chgData name="yogananda1585@gmail.com" userId="a166964a4dfca39e" providerId="LiveId" clId="{CDF3CD1D-250D-4511-9065-E5F78616656E}" dt="2025-12-28T12:07:17.401" v="412"/>
          <ac:spMkLst>
            <pc:docMk/>
            <pc:sldMk cId="0" sldId="258"/>
            <ac:spMk id="14" creationId="{5582E59E-4C62-446F-984A-2958755151C0}"/>
          </ac:spMkLst>
        </pc:spChg>
        <pc:spChg chg="add del mod ord">
          <ac:chgData name="yogananda1585@gmail.com" userId="a166964a4dfca39e" providerId="LiveId" clId="{CDF3CD1D-250D-4511-9065-E5F78616656E}" dt="2025-12-28T12:09:30.343" v="422" actId="700"/>
          <ac:spMkLst>
            <pc:docMk/>
            <pc:sldMk cId="0" sldId="258"/>
            <ac:spMk id="15" creationId="{70DA3211-E308-D376-CCBF-A2505C23CE27}"/>
          </ac:spMkLst>
        </pc:spChg>
        <pc:spChg chg="add del mod ord">
          <ac:chgData name="yogananda1585@gmail.com" userId="a166964a4dfca39e" providerId="LiveId" clId="{CDF3CD1D-250D-4511-9065-E5F78616656E}" dt="2025-12-28T12:09:30.343" v="422" actId="700"/>
          <ac:spMkLst>
            <pc:docMk/>
            <pc:sldMk cId="0" sldId="258"/>
            <ac:spMk id="16" creationId="{104DE16C-EE4F-976F-FECB-75E06704F485}"/>
          </ac:spMkLst>
        </pc:spChg>
      </pc:sldChg>
      <pc:sldChg chg="addSp delSp modSp del mod">
        <pc:chgData name="yogananda1585@gmail.com" userId="a166964a4dfca39e" providerId="LiveId" clId="{CDF3CD1D-250D-4511-9065-E5F78616656E}" dt="2025-12-28T12:13:54.567" v="513" actId="2696"/>
        <pc:sldMkLst>
          <pc:docMk/>
          <pc:sldMk cId="0" sldId="259"/>
        </pc:sldMkLst>
        <pc:spChg chg="del mod">
          <ac:chgData name="yogananda1585@gmail.com" userId="a166964a4dfca39e" providerId="LiveId" clId="{CDF3CD1D-250D-4511-9065-E5F78616656E}" dt="2025-12-28T04:42:58.122" v="155"/>
          <ac:spMkLst>
            <pc:docMk/>
            <pc:sldMk cId="0" sldId="259"/>
            <ac:spMk id="11" creationId="{00000000-0000-0000-0000-000000000000}"/>
          </ac:spMkLst>
        </pc:spChg>
        <pc:spChg chg="add del mod">
          <ac:chgData name="yogananda1585@gmail.com" userId="a166964a4dfca39e" providerId="LiveId" clId="{CDF3CD1D-250D-4511-9065-E5F78616656E}" dt="2025-12-28T04:44:16.016" v="170" actId="478"/>
          <ac:spMkLst>
            <pc:docMk/>
            <pc:sldMk cId="0" sldId="259"/>
            <ac:spMk id="12" creationId="{4DB6B614-8FC4-70CE-14A2-847AA68BB1B6}"/>
          </ac:spMkLst>
        </pc:spChg>
        <pc:spChg chg="add">
          <ac:chgData name="yogananda1585@gmail.com" userId="a166964a4dfca39e" providerId="LiveId" clId="{CDF3CD1D-250D-4511-9065-E5F78616656E}" dt="2025-12-28T04:43:17.983" v="159"/>
          <ac:spMkLst>
            <pc:docMk/>
            <pc:sldMk cId="0" sldId="259"/>
            <ac:spMk id="13" creationId="{37BF7E92-6DB8-B862-D1CC-1C17577DB643}"/>
          </ac:spMkLst>
        </pc:spChg>
        <pc:spChg chg="add">
          <ac:chgData name="yogananda1585@gmail.com" userId="a166964a4dfca39e" providerId="LiveId" clId="{CDF3CD1D-250D-4511-9065-E5F78616656E}" dt="2025-12-28T04:43:30.194" v="161"/>
          <ac:spMkLst>
            <pc:docMk/>
            <pc:sldMk cId="0" sldId="259"/>
            <ac:spMk id="14" creationId="{713945F3-A659-1953-6410-56C104AA733A}"/>
          </ac:spMkLst>
        </pc:spChg>
        <pc:spChg chg="add">
          <ac:chgData name="yogananda1585@gmail.com" userId="a166964a4dfca39e" providerId="LiveId" clId="{CDF3CD1D-250D-4511-9065-E5F78616656E}" dt="2025-12-28T04:44:04.163" v="169"/>
          <ac:spMkLst>
            <pc:docMk/>
            <pc:sldMk cId="0" sldId="259"/>
            <ac:spMk id="15" creationId="{BF881705-EC70-F8CD-BF58-E2C04F6BC637}"/>
          </ac:spMkLst>
        </pc:spChg>
        <pc:spChg chg="add mod">
          <ac:chgData name="yogananda1585@gmail.com" userId="a166964a4dfca39e" providerId="LiveId" clId="{CDF3CD1D-250D-4511-9065-E5F78616656E}" dt="2025-12-28T04:45:03.028" v="179" actId="14100"/>
          <ac:spMkLst>
            <pc:docMk/>
            <pc:sldMk cId="0" sldId="259"/>
            <ac:spMk id="16" creationId="{C0772EE4-0827-BC4F-C3B0-EAB1CEB7C2A8}"/>
          </ac:spMkLst>
        </pc:spChg>
        <pc:spChg chg="add mod">
          <ac:chgData name="yogananda1585@gmail.com" userId="a166964a4dfca39e" providerId="LiveId" clId="{CDF3CD1D-250D-4511-9065-E5F78616656E}" dt="2025-12-28T04:44:37.387" v="174" actId="15"/>
          <ac:spMkLst>
            <pc:docMk/>
            <pc:sldMk cId="0" sldId="259"/>
            <ac:spMk id="17" creationId="{44EAB092-FBEE-9341-DE15-EAADCC8C6252}"/>
          </ac:spMkLst>
        </pc:spChg>
        <pc:spChg chg="add mod">
          <ac:chgData name="yogananda1585@gmail.com" userId="a166964a4dfca39e" providerId="LiveId" clId="{CDF3CD1D-250D-4511-9065-E5F78616656E}" dt="2025-12-28T04:45:03.028" v="179" actId="14100"/>
          <ac:spMkLst>
            <pc:docMk/>
            <pc:sldMk cId="0" sldId="259"/>
            <ac:spMk id="18" creationId="{7E47C847-E3DB-AA41-1CD3-E84ACAA80AA1}"/>
          </ac:spMkLst>
        </pc:spChg>
        <pc:spChg chg="add">
          <ac:chgData name="yogananda1585@gmail.com" userId="a166964a4dfca39e" providerId="LiveId" clId="{CDF3CD1D-250D-4511-9065-E5F78616656E}" dt="2025-12-28T04:45:17.364" v="180"/>
          <ac:spMkLst>
            <pc:docMk/>
            <pc:sldMk cId="0" sldId="259"/>
            <ac:spMk id="19" creationId="{D0E51334-ACA7-4BE4-1825-2BB0B944691A}"/>
          </ac:spMkLst>
        </pc:spChg>
        <pc:spChg chg="add del mod">
          <ac:chgData name="yogananda1585@gmail.com" userId="a166964a4dfca39e" providerId="LiveId" clId="{CDF3CD1D-250D-4511-9065-E5F78616656E}" dt="2025-12-28T04:45:43.155" v="183" actId="478"/>
          <ac:spMkLst>
            <pc:docMk/>
            <pc:sldMk cId="0" sldId="259"/>
            <ac:spMk id="20" creationId="{988C0419-160D-DDDF-861A-3F5DBFC247D1}"/>
          </ac:spMkLst>
        </pc:spChg>
        <pc:spChg chg="add mod">
          <ac:chgData name="yogananda1585@gmail.com" userId="a166964a4dfca39e" providerId="LiveId" clId="{CDF3CD1D-250D-4511-9065-E5F78616656E}" dt="2025-12-28T04:48:19.737" v="209" actId="1076"/>
          <ac:spMkLst>
            <pc:docMk/>
            <pc:sldMk cId="0" sldId="259"/>
            <ac:spMk id="21" creationId="{3A7BE75F-BB78-4CE2-3897-1612A7843793}"/>
          </ac:spMkLst>
        </pc:spChg>
        <pc:spChg chg="add">
          <ac:chgData name="yogananda1585@gmail.com" userId="a166964a4dfca39e" providerId="LiveId" clId="{CDF3CD1D-250D-4511-9065-E5F78616656E}" dt="2025-12-28T04:45:55.293" v="185"/>
          <ac:spMkLst>
            <pc:docMk/>
            <pc:sldMk cId="0" sldId="259"/>
            <ac:spMk id="22" creationId="{7C315DBD-C696-B64B-8BE6-BFE47FD71229}"/>
          </ac:spMkLst>
        </pc:spChg>
        <pc:spChg chg="add">
          <ac:chgData name="yogananda1585@gmail.com" userId="a166964a4dfca39e" providerId="LiveId" clId="{CDF3CD1D-250D-4511-9065-E5F78616656E}" dt="2025-12-28T04:46:32.054" v="191"/>
          <ac:spMkLst>
            <pc:docMk/>
            <pc:sldMk cId="0" sldId="259"/>
            <ac:spMk id="23" creationId="{7969A8A4-D0D4-C2A6-52D1-8E9828160C22}"/>
          </ac:spMkLst>
        </pc:spChg>
        <pc:spChg chg="add mod">
          <ac:chgData name="yogananda1585@gmail.com" userId="a166964a4dfca39e" providerId="LiveId" clId="{CDF3CD1D-250D-4511-9065-E5F78616656E}" dt="2025-12-28T04:48:50.040" v="212" actId="255"/>
          <ac:spMkLst>
            <pc:docMk/>
            <pc:sldMk cId="0" sldId="259"/>
            <ac:spMk id="24" creationId="{4F04870E-2CED-0C9E-71CA-4C2C624C2B9B}"/>
          </ac:spMkLst>
        </pc:spChg>
        <pc:grpChg chg="del">
          <ac:chgData name="yogananda1585@gmail.com" userId="a166964a4dfca39e" providerId="LiveId" clId="{CDF3CD1D-250D-4511-9065-E5F78616656E}" dt="2025-12-28T04:44:16.016" v="170" actId="478"/>
          <ac:grpSpMkLst>
            <pc:docMk/>
            <pc:sldMk cId="0" sldId="259"/>
            <ac:grpSpMk id="2" creationId="{00000000-0000-0000-0000-000000000000}"/>
          </ac:grpSpMkLst>
        </pc:grpChg>
        <pc:grpChg chg="del">
          <ac:chgData name="yogananda1585@gmail.com" userId="a166964a4dfca39e" providerId="LiveId" clId="{CDF3CD1D-250D-4511-9065-E5F78616656E}" dt="2025-12-28T04:44:16.016" v="170" actId="478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yogananda1585@gmail.com" userId="a166964a4dfca39e" providerId="LiveId" clId="{CDF3CD1D-250D-4511-9065-E5F78616656E}" dt="2025-12-28T04:44:16.016" v="170" actId="478"/>
          <ac:grpSpMkLst>
            <pc:docMk/>
            <pc:sldMk cId="0" sldId="259"/>
            <ac:grpSpMk id="8" creationId="{00000000-0000-0000-0000-000000000000}"/>
          </ac:grpSpMkLst>
        </pc:grpChg>
      </pc:sldChg>
      <pc:sldChg chg="addSp delSp modSp mod">
        <pc:chgData name="yogananda1585@gmail.com" userId="a166964a4dfca39e" providerId="LiveId" clId="{CDF3CD1D-250D-4511-9065-E5F78616656E}" dt="2025-12-28T12:24:00.703" v="565" actId="1076"/>
        <pc:sldMkLst>
          <pc:docMk/>
          <pc:sldMk cId="0" sldId="260"/>
        </pc:sldMkLst>
        <pc:spChg chg="mod">
          <ac:chgData name="yogananda1585@gmail.com" userId="a166964a4dfca39e" providerId="LiveId" clId="{CDF3CD1D-250D-4511-9065-E5F78616656E}" dt="2025-12-28T05:18:36.716" v="273" actId="1076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yogananda1585@gmail.com" userId="a166964a4dfca39e" providerId="LiveId" clId="{CDF3CD1D-250D-4511-9065-E5F78616656E}" dt="2025-12-28T05:25:27.273" v="341" actId="1076"/>
          <ac:spMkLst>
            <pc:docMk/>
            <pc:sldMk cId="0" sldId="260"/>
            <ac:spMk id="12" creationId="{BEEC6A09-5ACD-2E1F-2C1A-8DC2499CB8A6}"/>
          </ac:spMkLst>
        </pc:spChg>
        <pc:spChg chg="add mod">
          <ac:chgData name="yogananda1585@gmail.com" userId="a166964a4dfca39e" providerId="LiveId" clId="{CDF3CD1D-250D-4511-9065-E5F78616656E}" dt="2025-12-28T05:25:33.776" v="342" actId="1076"/>
          <ac:spMkLst>
            <pc:docMk/>
            <pc:sldMk cId="0" sldId="260"/>
            <ac:spMk id="13" creationId="{CDAC533D-1EBD-F555-E9AE-37DFBA04EE7F}"/>
          </ac:spMkLst>
        </pc:spChg>
        <pc:spChg chg="add mod">
          <ac:chgData name="yogananda1585@gmail.com" userId="a166964a4dfca39e" providerId="LiveId" clId="{CDF3CD1D-250D-4511-9065-E5F78616656E}" dt="2025-12-28T05:25:36.551" v="343" actId="1076"/>
          <ac:spMkLst>
            <pc:docMk/>
            <pc:sldMk cId="0" sldId="260"/>
            <ac:spMk id="14" creationId="{E843CCA3-38C6-1944-FE65-8BE8DA29A548}"/>
          </ac:spMkLst>
        </pc:spChg>
        <pc:spChg chg="add del">
          <ac:chgData name="yogananda1585@gmail.com" userId="a166964a4dfca39e" providerId="LiveId" clId="{CDF3CD1D-250D-4511-9065-E5F78616656E}" dt="2025-12-28T05:16:46.073" v="252" actId="478"/>
          <ac:spMkLst>
            <pc:docMk/>
            <pc:sldMk cId="0" sldId="260"/>
            <ac:spMk id="15" creationId="{DC2DD8AC-E726-F63D-0192-EBB873E1BAC3}"/>
          </ac:spMkLst>
        </pc:spChg>
        <pc:spChg chg="add mod">
          <ac:chgData name="yogananda1585@gmail.com" userId="a166964a4dfca39e" providerId="LiveId" clId="{CDF3CD1D-250D-4511-9065-E5F78616656E}" dt="2025-12-28T05:21:50.697" v="315" actId="14100"/>
          <ac:spMkLst>
            <pc:docMk/>
            <pc:sldMk cId="0" sldId="260"/>
            <ac:spMk id="16" creationId="{BD3A4ABC-A424-A22E-5847-F5B730F42244}"/>
          </ac:spMkLst>
        </pc:spChg>
        <pc:spChg chg="add mod">
          <ac:chgData name="yogananda1585@gmail.com" userId="a166964a4dfca39e" providerId="LiveId" clId="{CDF3CD1D-250D-4511-9065-E5F78616656E}" dt="2025-12-28T05:22:11.751" v="317" actId="1076"/>
          <ac:spMkLst>
            <pc:docMk/>
            <pc:sldMk cId="0" sldId="260"/>
            <ac:spMk id="17" creationId="{F6482BE8-55E9-E0DE-4335-A79AB523335C}"/>
          </ac:spMkLst>
        </pc:spChg>
        <pc:spChg chg="add mod">
          <ac:chgData name="yogananda1585@gmail.com" userId="a166964a4dfca39e" providerId="LiveId" clId="{CDF3CD1D-250D-4511-9065-E5F78616656E}" dt="2025-12-28T05:22:37.361" v="320" actId="1076"/>
          <ac:spMkLst>
            <pc:docMk/>
            <pc:sldMk cId="0" sldId="260"/>
            <ac:spMk id="18" creationId="{95462187-8DE5-F5DC-4636-1CA5F72A876C}"/>
          </ac:spMkLst>
        </pc:spChg>
        <pc:spChg chg="add mod">
          <ac:chgData name="yogananda1585@gmail.com" userId="a166964a4dfca39e" providerId="LiveId" clId="{CDF3CD1D-250D-4511-9065-E5F78616656E}" dt="2025-12-28T05:22:51.856" v="322" actId="1076"/>
          <ac:spMkLst>
            <pc:docMk/>
            <pc:sldMk cId="0" sldId="260"/>
            <ac:spMk id="19" creationId="{83073BCB-CE70-1782-7B3E-9F6AA62E40F0}"/>
          </ac:spMkLst>
        </pc:spChg>
        <pc:spChg chg="add del mod">
          <ac:chgData name="yogananda1585@gmail.com" userId="a166964a4dfca39e" providerId="LiveId" clId="{CDF3CD1D-250D-4511-9065-E5F78616656E}" dt="2025-12-28T05:24:06.940" v="332" actId="478"/>
          <ac:spMkLst>
            <pc:docMk/>
            <pc:sldMk cId="0" sldId="260"/>
            <ac:spMk id="46" creationId="{2B34B190-CCA4-2218-63F9-D3F31F394ECC}"/>
          </ac:spMkLst>
        </pc:spChg>
        <pc:spChg chg="add del">
          <ac:chgData name="yogananda1585@gmail.com" userId="a166964a4dfca39e" providerId="LiveId" clId="{CDF3CD1D-250D-4511-9065-E5F78616656E}" dt="2025-12-28T05:24:09.723" v="334" actId="22"/>
          <ac:spMkLst>
            <pc:docMk/>
            <pc:sldMk cId="0" sldId="260"/>
            <ac:spMk id="48" creationId="{7FF2EB5F-991C-D04E-0EFA-420676DCBD9F}"/>
          </ac:spMkLst>
        </pc:spChg>
        <pc:spChg chg="add del mod">
          <ac:chgData name="yogananda1585@gmail.com" userId="a166964a4dfca39e" providerId="LiveId" clId="{CDF3CD1D-250D-4511-9065-E5F78616656E}" dt="2025-12-28T12:23:46.992" v="563"/>
          <ac:spMkLst>
            <pc:docMk/>
            <pc:sldMk cId="0" sldId="260"/>
            <ac:spMk id="50" creationId="{38909412-E88B-1F36-99EF-DCE5287D5E89}"/>
          </ac:spMkLst>
        </pc:spChg>
        <pc:cxnChg chg="add mod">
          <ac:chgData name="yogananda1585@gmail.com" userId="a166964a4dfca39e" providerId="LiveId" clId="{CDF3CD1D-250D-4511-9065-E5F78616656E}" dt="2025-12-28T12:24:00.703" v="565" actId="1076"/>
          <ac:cxnSpMkLst>
            <pc:docMk/>
            <pc:sldMk cId="0" sldId="260"/>
            <ac:cxnSpMk id="20" creationId="{D201B35D-3F48-560F-0A58-E0A9D9E843FD}"/>
          </ac:cxnSpMkLst>
        </pc:cxnChg>
        <pc:cxnChg chg="add mod">
          <ac:chgData name="yogananda1585@gmail.com" userId="a166964a4dfca39e" providerId="LiveId" clId="{CDF3CD1D-250D-4511-9065-E5F78616656E}" dt="2025-12-28T05:25:33.776" v="342" actId="1076"/>
          <ac:cxnSpMkLst>
            <pc:docMk/>
            <pc:sldMk cId="0" sldId="260"/>
            <ac:cxnSpMk id="21" creationId="{B5E5D263-A0E2-AF12-C3EE-E70B29BCBA3D}"/>
          </ac:cxnSpMkLst>
        </pc:cxnChg>
        <pc:cxnChg chg="add mod">
          <ac:chgData name="yogananda1585@gmail.com" userId="a166964a4dfca39e" providerId="LiveId" clId="{CDF3CD1D-250D-4511-9065-E5F78616656E}" dt="2025-12-28T05:25:36.551" v="343" actId="1076"/>
          <ac:cxnSpMkLst>
            <pc:docMk/>
            <pc:sldMk cId="0" sldId="260"/>
            <ac:cxnSpMk id="23" creationId="{E1B87942-5AF3-3E43-AE53-03B15A2809FA}"/>
          </ac:cxnSpMkLst>
        </pc:cxnChg>
        <pc:cxnChg chg="add mod">
          <ac:chgData name="yogananda1585@gmail.com" userId="a166964a4dfca39e" providerId="LiveId" clId="{CDF3CD1D-250D-4511-9065-E5F78616656E}" dt="2025-12-28T12:23:22.048" v="556" actId="14100"/>
          <ac:cxnSpMkLst>
            <pc:docMk/>
            <pc:sldMk cId="0" sldId="260"/>
            <ac:cxnSpMk id="24" creationId="{81D69331-056A-0878-A12A-472BBECE3C31}"/>
          </ac:cxnSpMkLst>
        </pc:cxnChg>
        <pc:cxnChg chg="add mod">
          <ac:chgData name="yogananda1585@gmail.com" userId="a166964a4dfca39e" providerId="LiveId" clId="{CDF3CD1D-250D-4511-9065-E5F78616656E}" dt="2025-12-28T05:25:38.230" v="344" actId="1076"/>
          <ac:cxnSpMkLst>
            <pc:docMk/>
            <pc:sldMk cId="0" sldId="260"/>
            <ac:cxnSpMk id="28" creationId="{84BDF19D-CE2B-F96D-3A61-C921E107D06E}"/>
          </ac:cxnSpMkLst>
        </pc:cxnChg>
        <pc:cxnChg chg="add mod">
          <ac:chgData name="yogananda1585@gmail.com" userId="a166964a4dfca39e" providerId="LiveId" clId="{CDF3CD1D-250D-4511-9065-E5F78616656E}" dt="2025-12-28T05:25:41.646" v="345" actId="14100"/>
          <ac:cxnSpMkLst>
            <pc:docMk/>
            <pc:sldMk cId="0" sldId="260"/>
            <ac:cxnSpMk id="30" creationId="{751A0316-EE02-5DB4-4795-92DECC730D8F}"/>
          </ac:cxnSpMkLst>
        </pc:cxnChg>
        <pc:cxnChg chg="add mod">
          <ac:chgData name="yogananda1585@gmail.com" userId="a166964a4dfca39e" providerId="LiveId" clId="{CDF3CD1D-250D-4511-9065-E5F78616656E}" dt="2025-12-28T05:21:44.729" v="314" actId="14100"/>
          <ac:cxnSpMkLst>
            <pc:docMk/>
            <pc:sldMk cId="0" sldId="260"/>
            <ac:cxnSpMk id="32" creationId="{A86613EB-6E13-A24E-D52F-5AC63DB2449B}"/>
          </ac:cxnSpMkLst>
        </pc:cxnChg>
        <pc:cxnChg chg="add mod">
          <ac:chgData name="yogananda1585@gmail.com" userId="a166964a4dfca39e" providerId="LiveId" clId="{CDF3CD1D-250D-4511-9065-E5F78616656E}" dt="2025-12-28T05:22:17.074" v="318" actId="13822"/>
          <ac:cxnSpMkLst>
            <pc:docMk/>
            <pc:sldMk cId="0" sldId="260"/>
            <ac:cxnSpMk id="35" creationId="{BB3C45E8-5BEE-F554-FD7E-0AB29F6BC0BB}"/>
          </ac:cxnSpMkLst>
        </pc:cxnChg>
        <pc:cxnChg chg="add mod">
          <ac:chgData name="yogananda1585@gmail.com" userId="a166964a4dfca39e" providerId="LiveId" clId="{CDF3CD1D-250D-4511-9065-E5F78616656E}" dt="2025-12-28T05:22:42.052" v="321" actId="13822"/>
          <ac:cxnSpMkLst>
            <pc:docMk/>
            <pc:sldMk cId="0" sldId="260"/>
            <ac:cxnSpMk id="38" creationId="{5DB0656F-080E-FC7E-0696-C8643A4DD5A4}"/>
          </ac:cxnSpMkLst>
        </pc:cxnChg>
        <pc:cxnChg chg="add del mod">
          <ac:chgData name="yogananda1585@gmail.com" userId="a166964a4dfca39e" providerId="LiveId" clId="{CDF3CD1D-250D-4511-9065-E5F78616656E}" dt="2025-12-28T05:23:03.847" v="324" actId="478"/>
          <ac:cxnSpMkLst>
            <pc:docMk/>
            <pc:sldMk cId="0" sldId="260"/>
            <ac:cxnSpMk id="41" creationId="{F2C695D9-E69F-3877-B9F2-C2F3E3E63C2D}"/>
          </ac:cxnSpMkLst>
        </pc:cxnChg>
        <pc:cxnChg chg="add mod">
          <ac:chgData name="yogananda1585@gmail.com" userId="a166964a4dfca39e" providerId="LiveId" clId="{CDF3CD1D-250D-4511-9065-E5F78616656E}" dt="2025-12-28T05:23:26.702" v="328" actId="13822"/>
          <ac:cxnSpMkLst>
            <pc:docMk/>
            <pc:sldMk cId="0" sldId="260"/>
            <ac:cxnSpMk id="43" creationId="{BD714EB3-60A7-9E9A-0CB4-26A920278C15}"/>
          </ac:cxnSpMkLst>
        </pc:cxnChg>
        <pc:cxnChg chg="add mod">
          <ac:chgData name="yogananda1585@gmail.com" userId="a166964a4dfca39e" providerId="LiveId" clId="{CDF3CD1D-250D-4511-9065-E5F78616656E}" dt="2025-12-28T05:23:22.370" v="327" actId="13822"/>
          <ac:cxnSpMkLst>
            <pc:docMk/>
            <pc:sldMk cId="0" sldId="260"/>
            <ac:cxnSpMk id="45" creationId="{0D1B5961-7444-30B9-BAE6-E94F90BB5CC7}"/>
          </ac:cxnSpMkLst>
        </pc:cxnChg>
      </pc:sldChg>
      <pc:sldChg chg="addSp modSp mod">
        <pc:chgData name="yogananda1585@gmail.com" userId="a166964a4dfca39e" providerId="LiveId" clId="{CDF3CD1D-250D-4511-9065-E5F78616656E}" dt="2025-12-28T12:21:48.646" v="550" actId="20577"/>
        <pc:sldMkLst>
          <pc:docMk/>
          <pc:sldMk cId="0" sldId="261"/>
        </pc:sldMkLst>
        <pc:spChg chg="mod">
          <ac:chgData name="yogananda1585@gmail.com" userId="a166964a4dfca39e" providerId="LiveId" clId="{CDF3CD1D-250D-4511-9065-E5F78616656E}" dt="2025-12-28T05:02:18.069" v="234" actId="1076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yogananda1585@gmail.com" userId="a166964a4dfca39e" providerId="LiveId" clId="{CDF3CD1D-250D-4511-9065-E5F78616656E}" dt="2025-12-28T12:21:48.646" v="550" actId="20577"/>
          <ac:spMkLst>
            <pc:docMk/>
            <pc:sldMk cId="0" sldId="261"/>
            <ac:spMk id="12" creationId="{3EA7B0E7-A98E-1DC1-04B7-B807176F4017}"/>
          </ac:spMkLst>
        </pc:spChg>
        <pc:spChg chg="add">
          <ac:chgData name="yogananda1585@gmail.com" userId="a166964a4dfca39e" providerId="LiveId" clId="{CDF3CD1D-250D-4511-9065-E5F78616656E}" dt="2025-12-28T12:21:29.298" v="546"/>
          <ac:spMkLst>
            <pc:docMk/>
            <pc:sldMk cId="0" sldId="261"/>
            <ac:spMk id="13" creationId="{A0C234C6-FFE2-03AD-FFA6-E97EF5EDDF4F}"/>
          </ac:spMkLst>
        </pc:spChg>
      </pc:sldChg>
      <pc:sldChg chg="addSp delSp modSp mod">
        <pc:chgData name="yogananda1585@gmail.com" userId="a166964a4dfca39e" providerId="LiveId" clId="{CDF3CD1D-250D-4511-9065-E5F78616656E}" dt="2025-12-28T13:05:41.538" v="737" actId="1076"/>
        <pc:sldMkLst>
          <pc:docMk/>
          <pc:sldMk cId="0" sldId="262"/>
        </pc:sldMkLst>
        <pc:spChg chg="del mod">
          <ac:chgData name="yogananda1585@gmail.com" userId="a166964a4dfca39e" providerId="LiveId" clId="{CDF3CD1D-250D-4511-9065-E5F78616656E}" dt="2025-12-28T12:32:37.576" v="577"/>
          <ac:spMkLst>
            <pc:docMk/>
            <pc:sldMk cId="0" sldId="262"/>
            <ac:spMk id="11" creationId="{00000000-0000-0000-0000-000000000000}"/>
          </ac:spMkLst>
        </pc:spChg>
        <pc:spChg chg="add del mod">
          <ac:chgData name="yogananda1585@gmail.com" userId="a166964a4dfca39e" providerId="LiveId" clId="{CDF3CD1D-250D-4511-9065-E5F78616656E}" dt="2025-12-28T12:34:09.096" v="587" actId="478"/>
          <ac:spMkLst>
            <pc:docMk/>
            <pc:sldMk cId="0" sldId="262"/>
            <ac:spMk id="13" creationId="{06FC3DE7-CA3B-941D-6706-50AB47185BA3}"/>
          </ac:spMkLst>
        </pc:spChg>
        <pc:spChg chg="add del mod">
          <ac:chgData name="yogananda1585@gmail.com" userId="a166964a4dfca39e" providerId="LiveId" clId="{CDF3CD1D-250D-4511-9065-E5F78616656E}" dt="2025-12-28T12:39:19.606" v="631" actId="478"/>
          <ac:spMkLst>
            <pc:docMk/>
            <pc:sldMk cId="0" sldId="262"/>
            <ac:spMk id="14" creationId="{A3427889-AE54-4516-3EA2-3169023BB5A9}"/>
          </ac:spMkLst>
        </pc:spChg>
        <pc:spChg chg="add del mod">
          <ac:chgData name="yogananda1585@gmail.com" userId="a166964a4dfca39e" providerId="LiveId" clId="{CDF3CD1D-250D-4511-9065-E5F78616656E}" dt="2025-12-28T12:39:20.383" v="632" actId="478"/>
          <ac:spMkLst>
            <pc:docMk/>
            <pc:sldMk cId="0" sldId="262"/>
            <ac:spMk id="15" creationId="{3E7AD0B2-9BE5-8D47-98BF-5C89C472D3B9}"/>
          </ac:spMkLst>
        </pc:spChg>
        <pc:spChg chg="add del mod">
          <ac:chgData name="yogananda1585@gmail.com" userId="a166964a4dfca39e" providerId="LiveId" clId="{CDF3CD1D-250D-4511-9065-E5F78616656E}" dt="2025-12-28T12:39:11.708" v="628" actId="11529"/>
          <ac:spMkLst>
            <pc:docMk/>
            <pc:sldMk cId="0" sldId="262"/>
            <ac:spMk id="16" creationId="{DDD49250-3FDF-D3CC-ADEE-BCFA8E4ED2CB}"/>
          </ac:spMkLst>
        </pc:spChg>
        <pc:spChg chg="add mod">
          <ac:chgData name="yogananda1585@gmail.com" userId="a166964a4dfca39e" providerId="LiveId" clId="{CDF3CD1D-250D-4511-9065-E5F78616656E}" dt="2025-12-28T12:39:10.677" v="624"/>
          <ac:spMkLst>
            <pc:docMk/>
            <pc:sldMk cId="0" sldId="262"/>
            <ac:spMk id="17" creationId="{8E2FE935-6454-C157-AFF0-122274D50380}"/>
          </ac:spMkLst>
        </pc:spChg>
        <pc:spChg chg="add del mod">
          <ac:chgData name="yogananda1585@gmail.com" userId="a166964a4dfca39e" providerId="LiveId" clId="{CDF3CD1D-250D-4511-9065-E5F78616656E}" dt="2025-12-28T12:38:32.927" v="615" actId="11529"/>
          <ac:spMkLst>
            <pc:docMk/>
            <pc:sldMk cId="0" sldId="262"/>
            <ac:spMk id="18" creationId="{74944C5C-C8D3-FA7F-1318-897A081DA49A}"/>
          </ac:spMkLst>
        </pc:spChg>
        <pc:spChg chg="add del mod">
          <ac:chgData name="yogananda1585@gmail.com" userId="a166964a4dfca39e" providerId="LiveId" clId="{CDF3CD1D-250D-4511-9065-E5F78616656E}" dt="2025-12-28T12:38:30.574" v="613" actId="11529"/>
          <ac:spMkLst>
            <pc:docMk/>
            <pc:sldMk cId="0" sldId="262"/>
            <ac:spMk id="19" creationId="{28BB7DF3-960A-B905-F143-D9B94E64381D}"/>
          </ac:spMkLst>
        </pc:spChg>
        <pc:spChg chg="add del mod">
          <ac:chgData name="yogananda1585@gmail.com" userId="a166964a4dfca39e" providerId="LiveId" clId="{CDF3CD1D-250D-4511-9065-E5F78616656E}" dt="2025-12-28T12:38:29.816" v="611" actId="11529"/>
          <ac:spMkLst>
            <pc:docMk/>
            <pc:sldMk cId="0" sldId="262"/>
            <ac:spMk id="20" creationId="{EA532366-C3DB-E80C-4041-2F7B3E1B4965}"/>
          </ac:spMkLst>
        </pc:spChg>
        <pc:spChg chg="add mod">
          <ac:chgData name="yogananda1585@gmail.com" userId="a166964a4dfca39e" providerId="LiveId" clId="{CDF3CD1D-250D-4511-9065-E5F78616656E}" dt="2025-12-28T12:40:33.565" v="644" actId="255"/>
          <ac:spMkLst>
            <pc:docMk/>
            <pc:sldMk cId="0" sldId="262"/>
            <ac:spMk id="25" creationId="{37BA6C74-14E4-601B-45BE-D6D5DA2B88B6}"/>
          </ac:spMkLst>
        </pc:spChg>
        <pc:spChg chg="add mod">
          <ac:chgData name="yogananda1585@gmail.com" userId="a166964a4dfca39e" providerId="LiveId" clId="{CDF3CD1D-250D-4511-9065-E5F78616656E}" dt="2025-12-28T13:05:24.550" v="736" actId="122"/>
          <ac:spMkLst>
            <pc:docMk/>
            <pc:sldMk cId="0" sldId="262"/>
            <ac:spMk id="27" creationId="{306D7C00-B6E7-3458-D492-DB0D4112239E}"/>
          </ac:spMkLst>
        </pc:spChg>
        <pc:spChg chg="add mod">
          <ac:chgData name="yogananda1585@gmail.com" userId="a166964a4dfca39e" providerId="LiveId" clId="{CDF3CD1D-250D-4511-9065-E5F78616656E}" dt="2025-12-28T12:59:18.309" v="681" actId="255"/>
          <ac:spMkLst>
            <pc:docMk/>
            <pc:sldMk cId="0" sldId="262"/>
            <ac:spMk id="29" creationId="{187CFB8D-D5C2-F15E-8AB5-6A9442DDC710}"/>
          </ac:spMkLst>
        </pc:spChg>
        <pc:spChg chg="add mod">
          <ac:chgData name="yogananda1585@gmail.com" userId="a166964a4dfca39e" providerId="LiveId" clId="{CDF3CD1D-250D-4511-9065-E5F78616656E}" dt="2025-12-28T13:05:41.538" v="737" actId="1076"/>
          <ac:spMkLst>
            <pc:docMk/>
            <pc:sldMk cId="0" sldId="262"/>
            <ac:spMk id="30" creationId="{B2D909DF-17D6-2259-2639-0623A5F0E845}"/>
          </ac:spMkLst>
        </pc:spChg>
        <pc:spChg chg="add del mod">
          <ac:chgData name="yogananda1585@gmail.com" userId="a166964a4dfca39e" providerId="LiveId" clId="{CDF3CD1D-250D-4511-9065-E5F78616656E}" dt="2025-12-28T13:04:26.400" v="730" actId="1076"/>
          <ac:spMkLst>
            <pc:docMk/>
            <pc:sldMk cId="0" sldId="262"/>
            <ac:spMk id="31" creationId="{22DDE1A7-9978-ACBB-0D11-EB48E3B75AA5}"/>
          </ac:spMkLst>
        </pc:spChg>
        <pc:spChg chg="add del mod">
          <ac:chgData name="yogananda1585@gmail.com" userId="a166964a4dfca39e" providerId="LiveId" clId="{CDF3CD1D-250D-4511-9065-E5F78616656E}" dt="2025-12-28T13:03:35.441" v="722" actId="478"/>
          <ac:spMkLst>
            <pc:docMk/>
            <pc:sldMk cId="0" sldId="262"/>
            <ac:spMk id="32" creationId="{AE590429-59A9-C16D-20B4-B4A84B9E361F}"/>
          </ac:spMkLst>
        </pc:spChg>
        <pc:spChg chg="add del mod">
          <ac:chgData name="yogananda1585@gmail.com" userId="a166964a4dfca39e" providerId="LiveId" clId="{CDF3CD1D-250D-4511-9065-E5F78616656E}" dt="2025-12-28T13:03:10.696" v="717" actId="11529"/>
          <ac:spMkLst>
            <pc:docMk/>
            <pc:sldMk cId="0" sldId="262"/>
            <ac:spMk id="33" creationId="{9356ED4B-AD4B-4959-7B9F-D05F25CAA9B4}"/>
          </ac:spMkLst>
        </pc:spChg>
        <pc:spChg chg="add mod">
          <ac:chgData name="yogananda1585@gmail.com" userId="a166964a4dfca39e" providerId="LiveId" clId="{CDF3CD1D-250D-4511-9065-E5F78616656E}" dt="2025-12-28T13:04:21.640" v="728" actId="1076"/>
          <ac:spMkLst>
            <pc:docMk/>
            <pc:sldMk cId="0" sldId="262"/>
            <ac:spMk id="34" creationId="{F079BB18-2995-6B92-0823-472DB50BC043}"/>
          </ac:spMkLst>
        </pc:spChg>
        <pc:spChg chg="add mod">
          <ac:chgData name="yogananda1585@gmail.com" userId="a166964a4dfca39e" providerId="LiveId" clId="{CDF3CD1D-250D-4511-9065-E5F78616656E}" dt="2025-12-28T13:05:17.469" v="734" actId="122"/>
          <ac:spMkLst>
            <pc:docMk/>
            <pc:sldMk cId="0" sldId="262"/>
            <ac:spMk id="35" creationId="{C6963DA8-D6D6-A4A4-CB90-41C26A482D73}"/>
          </ac:spMkLst>
        </pc:spChg>
        <pc:graphicFrameChg chg="add del mod modGraphic">
          <ac:chgData name="yogananda1585@gmail.com" userId="a166964a4dfca39e" providerId="LiveId" clId="{CDF3CD1D-250D-4511-9065-E5F78616656E}" dt="2025-12-28T12:33:27.777" v="582" actId="478"/>
          <ac:graphicFrameMkLst>
            <pc:docMk/>
            <pc:sldMk cId="0" sldId="262"/>
            <ac:graphicFrameMk id="12" creationId="{50721CA4-0231-13AB-0ABF-8383DCB92C88}"/>
          </ac:graphicFrameMkLst>
        </pc:graphicFrameChg>
        <pc:graphicFrameChg chg="add mod modGraphic">
          <ac:chgData name="yogananda1585@gmail.com" userId="a166964a4dfca39e" providerId="LiveId" clId="{CDF3CD1D-250D-4511-9065-E5F78616656E}" dt="2025-12-28T12:40:04.566" v="639"/>
          <ac:graphicFrameMkLst>
            <pc:docMk/>
            <pc:sldMk cId="0" sldId="262"/>
            <ac:graphicFrameMk id="24" creationId="{3BE0A813-DC38-8F03-F955-28D8CFAF7652}"/>
          </ac:graphicFrameMkLst>
        </pc:graphicFrameChg>
        <pc:graphicFrameChg chg="add del mod modGraphic">
          <ac:chgData name="yogananda1585@gmail.com" userId="a166964a4dfca39e" providerId="LiveId" clId="{CDF3CD1D-250D-4511-9065-E5F78616656E}" dt="2025-12-28T12:42:03.178" v="659" actId="478"/>
          <ac:graphicFrameMkLst>
            <pc:docMk/>
            <pc:sldMk cId="0" sldId="262"/>
            <ac:graphicFrameMk id="26" creationId="{49F54A0C-5A04-AF08-4B51-2DA78C637A0A}"/>
          </ac:graphicFrameMkLst>
        </pc:graphicFrameChg>
        <pc:graphicFrameChg chg="add mod modGraphic">
          <ac:chgData name="yogananda1585@gmail.com" userId="a166964a4dfca39e" providerId="LiveId" clId="{CDF3CD1D-250D-4511-9065-E5F78616656E}" dt="2025-12-28T12:43:14.981" v="669" actId="14100"/>
          <ac:graphicFrameMkLst>
            <pc:docMk/>
            <pc:sldMk cId="0" sldId="262"/>
            <ac:graphicFrameMk id="28" creationId="{68600CAC-AABE-CE69-D9BC-05E319B0AF9B}"/>
          </ac:graphicFrameMkLst>
        </pc:graphicFrameChg>
        <pc:cxnChg chg="add del mod">
          <ac:chgData name="yogananda1585@gmail.com" userId="a166964a4dfca39e" providerId="LiveId" clId="{CDF3CD1D-250D-4511-9065-E5F78616656E}" dt="2025-12-28T12:39:09.975" v="621" actId="11529"/>
          <ac:cxnSpMkLst>
            <pc:docMk/>
            <pc:sldMk cId="0" sldId="262"/>
            <ac:cxnSpMk id="22" creationId="{DC69D81A-F522-0418-DFCA-3F2457E8BE6E}"/>
          </ac:cxnSpMkLst>
        </pc:cxnChg>
      </pc:sldChg>
      <pc:sldChg chg="addSp delSp modSp mod">
        <pc:chgData name="yogananda1585@gmail.com" userId="a166964a4dfca39e" providerId="LiveId" clId="{CDF3CD1D-250D-4511-9065-E5F78616656E}" dt="2025-12-28T13:10:24.068" v="760"/>
        <pc:sldMkLst>
          <pc:docMk/>
          <pc:sldMk cId="0" sldId="263"/>
        </pc:sldMkLst>
        <pc:spChg chg="del mod">
          <ac:chgData name="yogananda1585@gmail.com" userId="a166964a4dfca39e" providerId="LiveId" clId="{CDF3CD1D-250D-4511-9065-E5F78616656E}" dt="2025-12-28T13:10:24.068" v="760"/>
          <ac:spMkLst>
            <pc:docMk/>
            <pc:sldMk cId="0" sldId="263"/>
            <ac:spMk id="11" creationId="{00000000-0000-0000-0000-000000000000}"/>
          </ac:spMkLst>
        </pc:spChg>
        <pc:picChg chg="add mod">
          <ac:chgData name="yogananda1585@gmail.com" userId="a166964a4dfca39e" providerId="LiveId" clId="{CDF3CD1D-250D-4511-9065-E5F78616656E}" dt="2025-12-28T13:08:19.827" v="758" actId="14100"/>
          <ac:picMkLst>
            <pc:docMk/>
            <pc:sldMk cId="0" sldId="263"/>
            <ac:picMk id="13" creationId="{690A68F4-CA26-323C-26D2-3CB00991FC59}"/>
          </ac:picMkLst>
        </pc:picChg>
      </pc:sldChg>
      <pc:sldChg chg="addSp delSp modSp mod">
        <pc:chgData name="yogananda1585@gmail.com" userId="a166964a4dfca39e" providerId="LiveId" clId="{CDF3CD1D-250D-4511-9065-E5F78616656E}" dt="2025-12-28T13:15:56.740" v="883" actId="2711"/>
        <pc:sldMkLst>
          <pc:docMk/>
          <pc:sldMk cId="0" sldId="264"/>
        </pc:sldMkLst>
        <pc:spChg chg="del mod">
          <ac:chgData name="yogananda1585@gmail.com" userId="a166964a4dfca39e" providerId="LiveId" clId="{CDF3CD1D-250D-4511-9065-E5F78616656E}" dt="2025-12-28T13:13:08.761" v="794"/>
          <ac:spMkLst>
            <pc:docMk/>
            <pc:sldMk cId="0" sldId="264"/>
            <ac:spMk id="6" creationId="{00000000-0000-0000-0000-000000000000}"/>
          </ac:spMkLst>
        </pc:spChg>
        <pc:spChg chg="mod">
          <ac:chgData name="yogananda1585@gmail.com" userId="a166964a4dfca39e" providerId="LiveId" clId="{CDF3CD1D-250D-4511-9065-E5F78616656E}" dt="2025-12-28T13:15:04.453" v="863" actId="20577"/>
          <ac:spMkLst>
            <pc:docMk/>
            <pc:sldMk cId="0" sldId="264"/>
            <ac:spMk id="7" creationId="{00000000-0000-0000-0000-000000000000}"/>
          </ac:spMkLst>
        </pc:spChg>
        <pc:spChg chg="add mod">
          <ac:chgData name="yogananda1585@gmail.com" userId="a166964a4dfca39e" providerId="LiveId" clId="{CDF3CD1D-250D-4511-9065-E5F78616656E}" dt="2025-12-28T13:15:56.740" v="883" actId="2711"/>
          <ac:spMkLst>
            <pc:docMk/>
            <pc:sldMk cId="0" sldId="264"/>
            <ac:spMk id="14" creationId="{619278BE-B8B8-68FD-402E-83DB6F1301E8}"/>
          </ac:spMkLst>
        </pc:spChg>
        <pc:grpChg chg="mod">
          <ac:chgData name="yogananda1585@gmail.com" userId="a166964a4dfca39e" providerId="LiveId" clId="{CDF3CD1D-250D-4511-9065-E5F78616656E}" dt="2025-12-28T13:13:17.701" v="809" actId="1076"/>
          <ac:grpSpMkLst>
            <pc:docMk/>
            <pc:sldMk cId="0" sldId="264"/>
            <ac:grpSpMk id="2" creationId="{00000000-0000-0000-0000-000000000000}"/>
          </ac:grpSpMkLst>
        </pc:grpChg>
      </pc:sldChg>
      <pc:sldChg chg="modSp add mod">
        <pc:chgData name="yogananda1585@gmail.com" userId="a166964a4dfca39e" providerId="LiveId" clId="{CDF3CD1D-250D-4511-9065-E5F78616656E}" dt="2025-12-28T13:18:02.220" v="885" actId="20577"/>
        <pc:sldMkLst>
          <pc:docMk/>
          <pc:sldMk cId="411622475" sldId="265"/>
        </pc:sldMkLst>
        <pc:spChg chg="mod">
          <ac:chgData name="yogananda1585@gmail.com" userId="a166964a4dfca39e" providerId="LiveId" clId="{CDF3CD1D-250D-4511-9065-E5F78616656E}" dt="2025-12-28T13:18:02.220" v="885" actId="20577"/>
          <ac:spMkLst>
            <pc:docMk/>
            <pc:sldMk cId="411622475" sldId="265"/>
            <ac:spMk id="13" creationId="{8ACF5927-5964-0DD8-F0EE-CB9AC7A15B6C}"/>
          </ac:spMkLst>
        </pc:spChg>
      </pc:sldChg>
      <pc:sldChg chg="addSp delSp modSp add mod">
        <pc:chgData name="yogananda1585@gmail.com" userId="a166964a4dfca39e" providerId="LiveId" clId="{CDF3CD1D-250D-4511-9065-E5F78616656E}" dt="2025-12-28T12:17:55.294" v="544" actId="1076"/>
        <pc:sldMkLst>
          <pc:docMk/>
          <pc:sldMk cId="131000710" sldId="266"/>
        </pc:sldMkLst>
        <pc:spChg chg="add mod">
          <ac:chgData name="yogananda1585@gmail.com" userId="a166964a4dfca39e" providerId="LiveId" clId="{CDF3CD1D-250D-4511-9065-E5F78616656E}" dt="2025-12-28T12:17:55.294" v="544" actId="1076"/>
          <ac:spMkLst>
            <pc:docMk/>
            <pc:sldMk cId="131000710" sldId="266"/>
            <ac:spMk id="11" creationId="{A1975DAD-802A-9911-28F6-089D0E60D824}"/>
          </ac:spMkLst>
        </pc:spChg>
        <pc:spChg chg="mod">
          <ac:chgData name="yogananda1585@gmail.com" userId="a166964a4dfca39e" providerId="LiveId" clId="{CDF3CD1D-250D-4511-9065-E5F78616656E}" dt="2025-12-28T12:15:52.254" v="524" actId="14100"/>
          <ac:spMkLst>
            <pc:docMk/>
            <pc:sldMk cId="131000710" sldId="266"/>
            <ac:spMk id="12" creationId="{A98F9F6C-F1A7-42AD-6651-40C282179F8B}"/>
          </ac:spMkLst>
        </pc:spChg>
        <pc:spChg chg="del mod">
          <ac:chgData name="yogananda1585@gmail.com" userId="a166964a4dfca39e" providerId="LiveId" clId="{CDF3CD1D-250D-4511-9065-E5F78616656E}" dt="2025-12-28T12:14:55.587" v="517"/>
          <ac:spMkLst>
            <pc:docMk/>
            <pc:sldMk cId="131000710" sldId="266"/>
            <ac:spMk id="13" creationId="{EA00B316-8D9A-F38B-0214-8929E398E257}"/>
          </ac:spMkLst>
        </pc:spChg>
        <pc:spChg chg="add">
          <ac:chgData name="yogananda1585@gmail.com" userId="a166964a4dfca39e" providerId="LiveId" clId="{CDF3CD1D-250D-4511-9065-E5F78616656E}" dt="2025-12-28T12:16:28.214" v="529"/>
          <ac:spMkLst>
            <pc:docMk/>
            <pc:sldMk cId="131000710" sldId="266"/>
            <ac:spMk id="14" creationId="{53041A80-2F4C-8546-2B12-65E589F23EE5}"/>
          </ac:spMkLst>
        </pc:spChg>
        <pc:spChg chg="add">
          <ac:chgData name="yogananda1585@gmail.com" userId="a166964a4dfca39e" providerId="LiveId" clId="{CDF3CD1D-250D-4511-9065-E5F78616656E}" dt="2025-12-28T12:16:34.317" v="530"/>
          <ac:spMkLst>
            <pc:docMk/>
            <pc:sldMk cId="131000710" sldId="266"/>
            <ac:spMk id="15" creationId="{724B7A6A-6F99-0E1F-8BA4-3F598EB18C26}"/>
          </ac:spMkLst>
        </pc:spChg>
      </pc:sldChg>
      <pc:sldChg chg="addSp delSp modSp add mod">
        <pc:chgData name="yogananda1585@gmail.com" userId="a166964a4dfca39e" providerId="LiveId" clId="{CDF3CD1D-250D-4511-9065-E5F78616656E}" dt="2025-12-28T13:10:50.283" v="768" actId="14100"/>
        <pc:sldMkLst>
          <pc:docMk/>
          <pc:sldMk cId="126367505" sldId="267"/>
        </pc:sldMkLst>
        <pc:picChg chg="add mod">
          <ac:chgData name="yogananda1585@gmail.com" userId="a166964a4dfca39e" providerId="LiveId" clId="{CDF3CD1D-250D-4511-9065-E5F78616656E}" dt="2025-12-28T13:10:50.283" v="768" actId="14100"/>
          <ac:picMkLst>
            <pc:docMk/>
            <pc:sldMk cId="126367505" sldId="267"/>
            <ac:picMk id="12" creationId="{1BFF417C-A7D1-A3BC-DD8D-9C19AB210B5C}"/>
          </ac:picMkLst>
        </pc:picChg>
        <pc:picChg chg="del">
          <ac:chgData name="yogananda1585@gmail.com" userId="a166964a4dfca39e" providerId="LiveId" clId="{CDF3CD1D-250D-4511-9065-E5F78616656E}" dt="2025-12-28T13:10:30.992" v="762" actId="478"/>
          <ac:picMkLst>
            <pc:docMk/>
            <pc:sldMk cId="126367505" sldId="267"/>
            <ac:picMk id="13" creationId="{7EDD793E-C7B0-4DA1-A449-47F3B3B3DED2}"/>
          </ac:picMkLst>
        </pc:picChg>
      </pc:sldChg>
      <pc:sldChg chg="addSp delSp modSp add mod">
        <pc:chgData name="yogananda1585@gmail.com" userId="a166964a4dfca39e" providerId="LiveId" clId="{CDF3CD1D-250D-4511-9065-E5F78616656E}" dt="2025-12-28T13:11:40.749" v="773" actId="14100"/>
        <pc:sldMkLst>
          <pc:docMk/>
          <pc:sldMk cId="3092241206" sldId="268"/>
        </pc:sldMkLst>
        <pc:picChg chg="del">
          <ac:chgData name="yogananda1585@gmail.com" userId="a166964a4dfca39e" providerId="LiveId" clId="{CDF3CD1D-250D-4511-9065-E5F78616656E}" dt="2025-12-28T13:11:32.542" v="770" actId="478"/>
          <ac:picMkLst>
            <pc:docMk/>
            <pc:sldMk cId="3092241206" sldId="268"/>
            <ac:picMk id="12" creationId="{3BFC2EED-355C-AD6D-D4C0-C2F4C5B2E78F}"/>
          </ac:picMkLst>
        </pc:picChg>
        <pc:picChg chg="add mod">
          <ac:chgData name="yogananda1585@gmail.com" userId="a166964a4dfca39e" providerId="LiveId" clId="{CDF3CD1D-250D-4511-9065-E5F78616656E}" dt="2025-12-28T13:11:40.749" v="773" actId="14100"/>
          <ac:picMkLst>
            <pc:docMk/>
            <pc:sldMk cId="3092241206" sldId="268"/>
            <ac:picMk id="13" creationId="{4377B803-476C-3178-1449-8DB42CF8AF2E}"/>
          </ac:picMkLst>
        </pc:picChg>
      </pc:sldChg>
      <pc:sldChg chg="addSp delSp modSp add mod">
        <pc:chgData name="yogananda1585@gmail.com" userId="a166964a4dfca39e" providerId="LiveId" clId="{CDF3CD1D-250D-4511-9065-E5F78616656E}" dt="2025-12-28T13:12:38.932" v="780" actId="14100"/>
        <pc:sldMkLst>
          <pc:docMk/>
          <pc:sldMk cId="1510353177" sldId="269"/>
        </pc:sldMkLst>
        <pc:picChg chg="add mod">
          <ac:chgData name="yogananda1585@gmail.com" userId="a166964a4dfca39e" providerId="LiveId" clId="{CDF3CD1D-250D-4511-9065-E5F78616656E}" dt="2025-12-28T13:12:38.932" v="780" actId="14100"/>
          <ac:picMkLst>
            <pc:docMk/>
            <pc:sldMk cId="1510353177" sldId="269"/>
            <ac:picMk id="12" creationId="{DFEA6756-6834-5C2B-631C-32C1E6FA4265}"/>
          </ac:picMkLst>
        </pc:picChg>
        <pc:picChg chg="del">
          <ac:chgData name="yogananda1585@gmail.com" userId="a166964a4dfca39e" providerId="LiveId" clId="{CDF3CD1D-250D-4511-9065-E5F78616656E}" dt="2025-12-28T13:12:25.129" v="775" actId="478"/>
          <ac:picMkLst>
            <pc:docMk/>
            <pc:sldMk cId="1510353177" sldId="269"/>
            <ac:picMk id="13" creationId="{D6E117E4-9E32-0B56-5E30-611486E25F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27473"/>
            <a:ext cx="10287000" cy="463677"/>
            <a:chOff x="0" y="0"/>
            <a:chExt cx="5169753" cy="233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233022"/>
            </a:xfrm>
            <a:custGeom>
              <a:avLst/>
              <a:gdLst/>
              <a:ahLst/>
              <a:cxnLst/>
              <a:rect l="l" t="t" r="r" b="b"/>
              <a:pathLst>
                <a:path w="5169753" h="233022">
                  <a:moveTo>
                    <a:pt x="0" y="0"/>
                  </a:moveTo>
                  <a:lnTo>
                    <a:pt x="5169753" y="0"/>
                  </a:lnTo>
                  <a:lnTo>
                    <a:pt x="5169753" y="233022"/>
                  </a:lnTo>
                  <a:lnTo>
                    <a:pt x="0" y="233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5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0" cy="2539588"/>
            <a:chOff x="0" y="0"/>
            <a:chExt cx="5169753" cy="1276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1276275"/>
            </a:xfrm>
            <a:custGeom>
              <a:avLst/>
              <a:gdLst/>
              <a:ahLst/>
              <a:cxnLst/>
              <a:rect l="l" t="t" r="r" b="b"/>
              <a:pathLst>
                <a:path w="5169753" h="1276275">
                  <a:moveTo>
                    <a:pt x="0" y="0"/>
                  </a:moveTo>
                  <a:lnTo>
                    <a:pt x="5169753" y="0"/>
                  </a:lnTo>
                  <a:lnTo>
                    <a:pt x="5169753" y="1276275"/>
                  </a:lnTo>
                  <a:lnTo>
                    <a:pt x="0" y="1276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1295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00468" y="200532"/>
            <a:ext cx="956040" cy="343825"/>
            <a:chOff x="0" y="0"/>
            <a:chExt cx="1274720" cy="458433"/>
          </a:xfrm>
        </p:grpSpPr>
        <p:sp>
          <p:nvSpPr>
            <p:cNvPr id="9" name="Freeform 9"/>
            <p:cNvSpPr/>
            <p:nvPr/>
          </p:nvSpPr>
          <p:spPr>
            <a:xfrm>
              <a:off x="375415" y="26673"/>
              <a:ext cx="899305" cy="431760"/>
            </a:xfrm>
            <a:custGeom>
              <a:avLst/>
              <a:gdLst/>
              <a:ahLst/>
              <a:cxnLst/>
              <a:rect l="l" t="t" r="r" b="b"/>
              <a:pathLst>
                <a:path w="899305" h="431760">
                  <a:moveTo>
                    <a:pt x="0" y="0"/>
                  </a:moveTo>
                  <a:lnTo>
                    <a:pt x="899305" y="0"/>
                  </a:lnTo>
                  <a:lnTo>
                    <a:pt x="899305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9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385934" cy="431760"/>
            </a:xfrm>
            <a:custGeom>
              <a:avLst/>
              <a:gdLst/>
              <a:ahLst/>
              <a:cxnLst/>
              <a:rect l="l" t="t" r="r" b="b"/>
              <a:pathLst>
                <a:path w="385934" h="431760">
                  <a:moveTo>
                    <a:pt x="0" y="0"/>
                  </a:moveTo>
                  <a:lnTo>
                    <a:pt x="385934" y="0"/>
                  </a:lnTo>
                  <a:lnTo>
                    <a:pt x="385934" y="431760"/>
                  </a:lnTo>
                  <a:lnTo>
                    <a:pt x="0" y="43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330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205679" y="196940"/>
            <a:ext cx="1550158" cy="351008"/>
          </a:xfrm>
          <a:custGeom>
            <a:avLst/>
            <a:gdLst/>
            <a:ahLst/>
            <a:cxnLst/>
            <a:rect l="l" t="t" r="r" b="b"/>
            <a:pathLst>
              <a:path w="1550158" h="351008">
                <a:moveTo>
                  <a:pt x="0" y="0"/>
                </a:moveTo>
                <a:lnTo>
                  <a:pt x="1550158" y="0"/>
                </a:lnTo>
                <a:lnTo>
                  <a:pt x="1550158" y="351008"/>
                </a:lnTo>
                <a:lnTo>
                  <a:pt x="0" y="35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203" b="-3555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7680076" y="139934"/>
            <a:ext cx="721155" cy="471903"/>
          </a:xfrm>
          <a:custGeom>
            <a:avLst/>
            <a:gdLst/>
            <a:ahLst/>
            <a:cxnLst/>
            <a:rect l="l" t="t" r="r" b="b"/>
            <a:pathLst>
              <a:path w="721155" h="471903">
                <a:moveTo>
                  <a:pt x="0" y="0"/>
                </a:moveTo>
                <a:lnTo>
                  <a:pt x="721155" y="0"/>
                </a:lnTo>
                <a:lnTo>
                  <a:pt x="721155" y="471903"/>
                </a:lnTo>
                <a:lnTo>
                  <a:pt x="0" y="47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81" b="-3433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4031651" y="243629"/>
            <a:ext cx="1117453" cy="285865"/>
          </a:xfrm>
          <a:custGeom>
            <a:avLst/>
            <a:gdLst/>
            <a:ahLst/>
            <a:cxnLst/>
            <a:rect l="l" t="t" r="r" b="b"/>
            <a:pathLst>
              <a:path w="1117453" h="285865">
                <a:moveTo>
                  <a:pt x="0" y="0"/>
                </a:moveTo>
                <a:lnTo>
                  <a:pt x="1117453" y="0"/>
                </a:lnTo>
                <a:lnTo>
                  <a:pt x="1117453" y="285865"/>
                </a:lnTo>
                <a:lnTo>
                  <a:pt x="0" y="28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38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2343143" y="203822"/>
            <a:ext cx="1101202" cy="344126"/>
          </a:xfrm>
          <a:custGeom>
            <a:avLst/>
            <a:gdLst/>
            <a:ahLst/>
            <a:cxnLst/>
            <a:rect l="l" t="t" r="r" b="b"/>
            <a:pathLst>
              <a:path w="1101202" h="344126">
                <a:moveTo>
                  <a:pt x="0" y="0"/>
                </a:moveTo>
                <a:lnTo>
                  <a:pt x="1101202" y="0"/>
                </a:lnTo>
                <a:lnTo>
                  <a:pt x="1101202" y="344126"/>
                </a:lnTo>
                <a:lnTo>
                  <a:pt x="0" y="3441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5736410" y="210678"/>
            <a:ext cx="1356360" cy="289549"/>
            <a:chOff x="0" y="0"/>
            <a:chExt cx="1808480" cy="386065"/>
          </a:xfrm>
        </p:grpSpPr>
        <p:sp>
          <p:nvSpPr>
            <p:cNvPr id="16" name="Freeform 16"/>
            <p:cNvSpPr/>
            <p:nvPr/>
          </p:nvSpPr>
          <p:spPr>
            <a:xfrm>
              <a:off x="1371321" y="0"/>
              <a:ext cx="437159" cy="386065"/>
            </a:xfrm>
            <a:custGeom>
              <a:avLst/>
              <a:gdLst/>
              <a:ahLst/>
              <a:cxnLst/>
              <a:rect l="l" t="t" r="r" b="b"/>
              <a:pathLst>
                <a:path w="437159" h="386065">
                  <a:moveTo>
                    <a:pt x="0" y="0"/>
                  </a:moveTo>
                  <a:lnTo>
                    <a:pt x="437159" y="0"/>
                  </a:lnTo>
                  <a:lnTo>
                    <a:pt x="437159" y="386065"/>
                  </a:lnTo>
                  <a:lnTo>
                    <a:pt x="0" y="38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04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1175"/>
              <a:ext cx="1400755" cy="168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099"/>
                </a:lnSpc>
                <a:spcBef>
                  <a:spcPct val="0"/>
                </a:spcBef>
              </a:pPr>
              <a:r>
                <a:rPr lang="en-US" sz="78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IETE Student Forum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941" y="276210"/>
              <a:ext cx="1227269" cy="10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07"/>
                </a:lnSpc>
                <a:spcBef>
                  <a:spcPct val="0"/>
                </a:spcBef>
              </a:pPr>
              <a:r>
                <a:rPr lang="en-US" sz="433">
                  <a:solidFill>
                    <a:srgbClr val="FF914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Amrita Vishwa Vidyapeetham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35177" y="834078"/>
            <a:ext cx="1671851" cy="1671851"/>
          </a:xfrm>
          <a:custGeom>
            <a:avLst/>
            <a:gdLst/>
            <a:ahLst/>
            <a:cxnLst/>
            <a:rect l="l" t="t" r="r" b="b"/>
            <a:pathLst>
              <a:path w="1671851" h="1671851">
                <a:moveTo>
                  <a:pt x="0" y="0"/>
                </a:moveTo>
                <a:lnTo>
                  <a:pt x="1671851" y="0"/>
                </a:lnTo>
                <a:lnTo>
                  <a:pt x="1671851" y="1671851"/>
                </a:lnTo>
                <a:lnTo>
                  <a:pt x="0" y="16718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996179" y="834078"/>
            <a:ext cx="4418411" cy="1548871"/>
          </a:xfrm>
          <a:custGeom>
            <a:avLst/>
            <a:gdLst/>
            <a:ahLst/>
            <a:cxnLst/>
            <a:rect l="l" t="t" r="r" b="b"/>
            <a:pathLst>
              <a:path w="4418411" h="1548871">
                <a:moveTo>
                  <a:pt x="0" y="0"/>
                </a:moveTo>
                <a:lnTo>
                  <a:pt x="4418411" y="0"/>
                </a:lnTo>
                <a:lnTo>
                  <a:pt x="4418411" y="1548870"/>
                </a:lnTo>
                <a:lnTo>
                  <a:pt x="0" y="1548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16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539114" y="3478828"/>
            <a:ext cx="5975985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Leader Name :  K. Yogananda Reddy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9114" y="2959976"/>
            <a:ext cx="5594985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 </a:t>
            </a:r>
            <a:r>
              <a:rPr lang="en-US" sz="2148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Tech Stars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9115" y="3964103"/>
            <a:ext cx="3918585" cy="356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 : </a:t>
            </a:r>
            <a:r>
              <a:rPr lang="en-US" sz="2148" dirty="0">
                <a:solidFill>
                  <a:srgbClr val="FFFFFF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Montserrat"/>
                <a:sym typeface="Montserrat"/>
              </a:rPr>
              <a:t>Agentic AI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6C48F3D-E5A7-26FB-8A59-8D38956425C7}"/>
              </a:ext>
            </a:extLst>
          </p:cNvPr>
          <p:cNvSpPr txBox="1"/>
          <p:nvPr/>
        </p:nvSpPr>
        <p:spPr>
          <a:xfrm>
            <a:off x="304800" y="1244600"/>
            <a:ext cx="967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The Concept:</a:t>
            </a:r>
            <a:r>
              <a:rPr lang="en-US" dirty="0"/>
              <a:t> </a:t>
            </a:r>
            <a:r>
              <a:rPr lang="en-US" b="1" dirty="0"/>
              <a:t>CareerFlow.ai</a:t>
            </a:r>
            <a:r>
              <a:rPr lang="en-US" dirty="0"/>
              <a:t> is an Autonomous Agentic AI System designed to act as a "Career Co-Pilot" for students. It moves beyond simple job searching to actively manage the entire career lifecycle—from identifying skill gaps to applying for jobs and learning from rejections.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Core Philosophy:</a:t>
            </a:r>
            <a:r>
              <a:rPr lang="en-US" dirty="0"/>
              <a:t> "Don't just find a job; prepare for it." The system uses active reasoning to bridge the "Translation Gap" between a student's raw skills and market employability.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725D4B3-7819-B9E2-44B0-B9FED82C6E0A}"/>
              </a:ext>
            </a:extLst>
          </p:cNvPr>
          <p:cNvSpPr txBox="1"/>
          <p:nvPr/>
        </p:nvSpPr>
        <p:spPr>
          <a:xfrm>
            <a:off x="21167" y="649848"/>
            <a:ext cx="175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Opportunity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51DAD9-4684-315A-531C-6067D77F6B5E}"/>
              </a:ext>
            </a:extLst>
          </p:cNvPr>
          <p:cNvSpPr txBox="1"/>
          <p:nvPr/>
        </p:nvSpPr>
        <p:spPr>
          <a:xfrm>
            <a:off x="330200" y="1034223"/>
            <a:ext cx="992293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1.    How different is it from existing ideas?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Existing Portals (LinkedIn/Naukri):</a:t>
            </a:r>
            <a:r>
              <a:rPr lang="en-US" sz="2000" dirty="0"/>
              <a:t> Static search engines. They only show jobs.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Our Solution:</a:t>
            </a:r>
            <a:r>
              <a:rPr lang="en-US" sz="2000" dirty="0"/>
              <a:t> It is </a:t>
            </a:r>
            <a:r>
              <a:rPr lang="en-US" sz="2000" b="1" dirty="0"/>
              <a:t>Agentic</a:t>
            </a:r>
            <a:r>
              <a:rPr lang="en-US" sz="2000" dirty="0"/>
              <a:t>. It doesn't just show a job; it </a:t>
            </a:r>
            <a:r>
              <a:rPr lang="en-US" sz="2000" i="1" dirty="0"/>
              <a:t>reads</a:t>
            </a:r>
            <a:r>
              <a:rPr lang="en-US" sz="2000" dirty="0"/>
              <a:t> your resume, </a:t>
            </a:r>
            <a:r>
              <a:rPr lang="en-US" sz="2000" i="1" dirty="0"/>
              <a:t>plans</a:t>
            </a:r>
            <a:r>
              <a:rPr lang="en-US" sz="2000" dirty="0"/>
              <a:t> a learning schedule to fit that job, and </a:t>
            </a:r>
            <a:r>
              <a:rPr lang="en-US" sz="2000" i="1" dirty="0"/>
              <a:t>writes</a:t>
            </a:r>
            <a:r>
              <a:rPr lang="en-US" sz="2000" dirty="0"/>
              <a:t> the cover letter for you.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2.    How will it solve the problem</a:t>
            </a:r>
            <a:r>
              <a:rPr lang="en-US" sz="2000" dirty="0"/>
              <a:t>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solves the "Lack of Feedback" issue by conducting </a:t>
            </a:r>
            <a:r>
              <a:rPr lang="en-US" b="1" dirty="0"/>
              <a:t>Interview Post-Mortems</a:t>
            </a:r>
            <a:r>
              <a:rPr lang="en-US" dirty="0"/>
              <a:t>—analyzing why a user failed and updating their roadmap instantly.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reduces "Application Anxiety" by automating the drafting of high-quality, personalized emails.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CC54-C73F-24B8-7255-C3BAB3FC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624B60-1E1E-A5D2-6BC6-E88BB0FFB2D7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4036F1-5A4F-7988-3D9D-6F67425C7D4C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DC8E9A-08E0-0737-AE94-2670B4BAA49B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9F88449-815C-FB5C-5E3C-4CED6C767C8E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E29ED0-A2E1-0665-266A-B5768F731B12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81F216-B5F9-264A-D263-8F4D91E5D7E4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F134563-4516-5F3B-D889-C26724682608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A86E9F3-7F7B-FDB3-DC27-BA02685C02A3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E104C4B-6F53-C3B0-873C-B200E864C8DD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C47868F-8AE3-FD71-F8EF-14E80C97FC46}"/>
              </a:ext>
            </a:extLst>
          </p:cNvPr>
          <p:cNvSpPr txBox="1"/>
          <p:nvPr/>
        </p:nvSpPr>
        <p:spPr>
          <a:xfrm>
            <a:off x="21167" y="649848"/>
            <a:ext cx="175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Opportunity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CF5927-5964-0DD8-F0EE-CB9AC7A15B6C}"/>
              </a:ext>
            </a:extLst>
          </p:cNvPr>
          <p:cNvSpPr txBox="1"/>
          <p:nvPr/>
        </p:nvSpPr>
        <p:spPr>
          <a:xfrm>
            <a:off x="334434" y="1440828"/>
            <a:ext cx="99229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en-IN" sz="2000">
                <a:latin typeface="Aharoni" panose="02010803020104030203" pitchFamily="2" charset="-79"/>
                <a:cs typeface="Aharoni" panose="02010803020104030203" pitchFamily="2" charset="-79"/>
              </a:rPr>
              <a:t>.    </a:t>
            </a: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USP (Unique Selling Proposition):</a:t>
            </a:r>
          </a:p>
          <a:p>
            <a:pPr marL="457200" indent="-457200">
              <a:buAutoNum type="arabicPeriod" startAt="3"/>
            </a:pPr>
            <a:endParaRPr lang="en-IN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"Rejection Learning Loop":</a:t>
            </a:r>
            <a:r>
              <a:rPr lang="en-US" sz="2000" dirty="0"/>
              <a:t> The only system that gets smarter every time you fail an interview.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Real-Time Skill Arbitrage:</a:t>
            </a:r>
            <a:r>
              <a:rPr lang="en-US" sz="2000" dirty="0"/>
              <a:t> Scans live market trends to find "low hanging fruit" jobs that match your current skills.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1622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B460-8A60-636D-DB1C-529F68D5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B0B73F-2AEF-2726-03F1-AA3AF3362AE8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F33F48-C1C9-5D74-9FB2-B0098AAB8884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8B62FE-CFE4-D04A-FDDD-CA60B4490854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AB08FC9-B77E-3511-6EF3-0C81B1E605DC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228167B-7C47-37AF-4504-A96B45D3BB5F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59CD3CB-1EA7-DDE4-AB49-A3507744CDF7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5306E06-F5C5-6278-174D-DF41BC514196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3186660-43BF-CDBD-C72C-6935D0F7D323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4ED5FC1-6A2C-BDEC-FE01-0C393251E289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98F9F6C-F1A7-42AD-6651-40C282179F8B}"/>
              </a:ext>
            </a:extLst>
          </p:cNvPr>
          <p:cNvSpPr txBox="1"/>
          <p:nvPr/>
        </p:nvSpPr>
        <p:spPr>
          <a:xfrm>
            <a:off x="0" y="649848"/>
            <a:ext cx="1017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List of features offered by the solution</a:t>
            </a:r>
          </a:p>
          <a:p>
            <a:endParaRPr lang="en-IN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75DAD-802A-9911-28F6-089D0E60D824}"/>
              </a:ext>
            </a:extLst>
          </p:cNvPr>
          <p:cNvSpPr txBox="1"/>
          <p:nvPr/>
        </p:nvSpPr>
        <p:spPr>
          <a:xfrm>
            <a:off x="952500" y="1240318"/>
            <a:ext cx="8610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AI Profiler &amp; Gap Analyzer:</a:t>
            </a:r>
            <a:r>
              <a:rPr lang="en-US" dirty="0"/>
              <a:t> autonomously extracts resume details and calculates a "Match Score" against target roles.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Just-in-Time Learning Sprints:</a:t>
            </a:r>
            <a:r>
              <a:rPr lang="en-US" dirty="0"/>
              <a:t> Generates dynamic 1-week learning schedules to fix critical skill gaps before an interview.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Autonomous Action Agent:</a:t>
            </a:r>
            <a:r>
              <a:rPr lang="en-US" dirty="0"/>
              <a:t> Auto-drafts personalized cold emails and cover letters to recruiters.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Real-Time Market Scout</a:t>
            </a:r>
            <a:r>
              <a:rPr lang="en-US" dirty="0"/>
              <a:t>: Analyzes live trends to surface </a:t>
            </a:r>
            <a:r>
              <a:rPr lang="en-US" b="1" dirty="0"/>
              <a:t>Jobs, Internships, and Hackathons</a:t>
            </a:r>
            <a:r>
              <a:rPr lang="en-US" dirty="0"/>
              <a:t> that match the user's skill level.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Active Feedback Loop:</a:t>
            </a:r>
            <a:r>
              <a:rPr lang="en-US" dirty="0"/>
              <a:t> Users input failed interview questions, and the agent identifies the concept gap and suggests resources.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Mock Interview Simulator:</a:t>
            </a:r>
            <a:r>
              <a:rPr lang="en-US" dirty="0"/>
              <a:t> A chat-based AI interviewer to practice technical questions.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0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0500" y="683290"/>
            <a:ext cx="6296302" cy="80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03"/>
              </a:lnSpc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Process flow diagram or use-case diagram</a:t>
            </a:r>
          </a:p>
          <a:p>
            <a:pPr algn="just">
              <a:lnSpc>
                <a:spcPts val="3203"/>
              </a:lnSpc>
            </a:pPr>
            <a:endParaRPr lang="en-US" sz="2288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C6A09-5ACD-2E1F-2C1A-8DC2499CB8A6}"/>
              </a:ext>
            </a:extLst>
          </p:cNvPr>
          <p:cNvSpPr/>
          <p:nvPr/>
        </p:nvSpPr>
        <p:spPr>
          <a:xfrm>
            <a:off x="571499" y="1341525"/>
            <a:ext cx="1447800" cy="425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AC533D-1EBD-F555-E9AE-37DFBA04EE7F}"/>
              </a:ext>
            </a:extLst>
          </p:cNvPr>
          <p:cNvSpPr/>
          <p:nvPr/>
        </p:nvSpPr>
        <p:spPr>
          <a:xfrm>
            <a:off x="3508093" y="1255734"/>
            <a:ext cx="21336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 Agent (skills, resume, goals)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43CCA3-38C6-1944-FE65-8BE8DA29A548}"/>
              </a:ext>
            </a:extLst>
          </p:cNvPr>
          <p:cNvSpPr/>
          <p:nvPr/>
        </p:nvSpPr>
        <p:spPr>
          <a:xfrm>
            <a:off x="6727168" y="1224554"/>
            <a:ext cx="2340973" cy="58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Market &amp; Trend Agent (jobs, skills, demand)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3A4ABC-A424-A22E-5847-F5B730F42244}"/>
              </a:ext>
            </a:extLst>
          </p:cNvPr>
          <p:cNvSpPr/>
          <p:nvPr/>
        </p:nvSpPr>
        <p:spPr>
          <a:xfrm>
            <a:off x="6731401" y="2538678"/>
            <a:ext cx="2340973" cy="487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Planner Agent (roadmap &amp; priorities)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482BE8-55E9-E0DE-4335-A79AB523335C}"/>
              </a:ext>
            </a:extLst>
          </p:cNvPr>
          <p:cNvSpPr/>
          <p:nvPr/>
        </p:nvSpPr>
        <p:spPr>
          <a:xfrm>
            <a:off x="3468980" y="2475985"/>
            <a:ext cx="2340972" cy="612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 Agent (job alerts, learning tasks)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5462187-8DE5-F5DC-4636-1CA5F72A876C}"/>
              </a:ext>
            </a:extLst>
          </p:cNvPr>
          <p:cNvSpPr/>
          <p:nvPr/>
        </p:nvSpPr>
        <p:spPr>
          <a:xfrm>
            <a:off x="424750" y="2522623"/>
            <a:ext cx="2140670" cy="5196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Interview &amp; Outcome Feedback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3073BCB-CE70-1782-7B3E-9F6AA62E40F0}"/>
              </a:ext>
            </a:extLst>
          </p:cNvPr>
          <p:cNvSpPr/>
          <p:nvPr/>
        </p:nvSpPr>
        <p:spPr>
          <a:xfrm>
            <a:off x="2565420" y="3775786"/>
            <a:ext cx="2438400" cy="8061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Learning Agent (updates memory &amp; plan)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E5D263-A0E2-AF12-C3EE-E70B29BCBA3D}"/>
              </a:ext>
            </a:extLst>
          </p:cNvPr>
          <p:cNvCxnSpPr>
            <a:endCxn id="13" idx="1"/>
          </p:cNvCxnSpPr>
          <p:nvPr/>
        </p:nvCxnSpPr>
        <p:spPr>
          <a:xfrm>
            <a:off x="2019300" y="1522434"/>
            <a:ext cx="1488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B87942-5AF3-3E43-AE53-03B15A2809F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641693" y="1518541"/>
            <a:ext cx="108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BDF19D-CE2B-F96D-3A61-C921E107D06E}"/>
              </a:ext>
            </a:extLst>
          </p:cNvPr>
          <p:cNvCxnSpPr>
            <a:cxnSpLocks/>
          </p:cNvCxnSpPr>
          <p:nvPr/>
        </p:nvCxnSpPr>
        <p:spPr>
          <a:xfrm>
            <a:off x="9068141" y="1533199"/>
            <a:ext cx="7235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1A0316-EE02-5DB4-4795-92DECC730D8F}"/>
              </a:ext>
            </a:extLst>
          </p:cNvPr>
          <p:cNvCxnSpPr>
            <a:cxnSpLocks/>
          </p:cNvCxnSpPr>
          <p:nvPr/>
        </p:nvCxnSpPr>
        <p:spPr>
          <a:xfrm>
            <a:off x="9791700" y="1533199"/>
            <a:ext cx="0" cy="12246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6613EB-6E13-A24E-D52F-5AC63DB2449B}"/>
              </a:ext>
            </a:extLst>
          </p:cNvPr>
          <p:cNvCxnSpPr>
            <a:cxnSpLocks/>
          </p:cNvCxnSpPr>
          <p:nvPr/>
        </p:nvCxnSpPr>
        <p:spPr>
          <a:xfrm flipH="1">
            <a:off x="9068141" y="2757868"/>
            <a:ext cx="7235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3C45E8-5BEE-F554-FD7E-0AB29F6BC0BB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flipH="1" flipV="1">
            <a:off x="5809952" y="2782460"/>
            <a:ext cx="92144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B0656F-080E-FC7E-0696-C8643A4DD5A4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flipH="1">
            <a:off x="2565420" y="2782460"/>
            <a:ext cx="903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D714EB3-60A7-9E9A-0CB4-26A920278C15}"/>
              </a:ext>
            </a:extLst>
          </p:cNvPr>
          <p:cNvCxnSpPr>
            <a:stCxn id="18" idx="2"/>
          </p:cNvCxnSpPr>
          <p:nvPr/>
        </p:nvCxnSpPr>
        <p:spPr>
          <a:xfrm>
            <a:off x="1495085" y="3042296"/>
            <a:ext cx="0" cy="1136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D1B5961-7444-30B9-BAE6-E94F90BB5CC7}"/>
              </a:ext>
            </a:extLst>
          </p:cNvPr>
          <p:cNvCxnSpPr>
            <a:endCxn id="19" idx="1"/>
          </p:cNvCxnSpPr>
          <p:nvPr/>
        </p:nvCxnSpPr>
        <p:spPr>
          <a:xfrm>
            <a:off x="1495085" y="4178877"/>
            <a:ext cx="10703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01B35D-3F48-560F-0A58-E0A9D9E843FD}"/>
              </a:ext>
            </a:extLst>
          </p:cNvPr>
          <p:cNvCxnSpPr>
            <a:cxnSpLocks/>
          </p:cNvCxnSpPr>
          <p:nvPr/>
        </p:nvCxnSpPr>
        <p:spPr>
          <a:xfrm>
            <a:off x="5003820" y="4161914"/>
            <a:ext cx="2930189" cy="188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D69331-056A-0878-A12A-472BBECE3C31}"/>
              </a:ext>
            </a:extLst>
          </p:cNvPr>
          <p:cNvCxnSpPr>
            <a:cxnSpLocks/>
          </p:cNvCxnSpPr>
          <p:nvPr/>
        </p:nvCxnSpPr>
        <p:spPr>
          <a:xfrm flipV="1">
            <a:off x="7934009" y="3034269"/>
            <a:ext cx="0" cy="1163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0500" y="1089587"/>
            <a:ext cx="6472009" cy="39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28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Technologies to be used in the 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7B0E7-A98E-1DC1-04B7-B807176F4017}"/>
              </a:ext>
            </a:extLst>
          </p:cNvPr>
          <p:cNvSpPr txBox="1"/>
          <p:nvPr/>
        </p:nvSpPr>
        <p:spPr>
          <a:xfrm>
            <a:off x="1485900" y="1938073"/>
            <a:ext cx="655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Large Language Model (LLM):</a:t>
            </a:r>
            <a:r>
              <a:rPr lang="en-US" dirty="0"/>
              <a:t> Google Gemini 1.5 Flash (for high-speed reasoning and content generation).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Language Processing for resume and interview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Similarity matching algorithms for job–skill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Rule-based planning for career roadmap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Feedback-based learning logic for adaptation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Lightweight data storage (JSON / database) for agent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BE0A813-DC38-8F03-F955-28D8CFAF7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792785"/>
              </p:ext>
            </p:extLst>
          </p:nvPr>
        </p:nvGraphicFramePr>
        <p:xfrm>
          <a:off x="190500" y="1244600"/>
          <a:ext cx="2860393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393">
                  <a:extLst>
                    <a:ext uri="{9D8B030D-6E8A-4147-A177-3AD203B41FA5}">
                      <a16:colId xmlns:a16="http://schemas.microsoft.com/office/drawing/2014/main" val="2823674719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User Input (PDF Resume)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88663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r>
                        <a:rPr lang="en-IN" dirty="0"/>
                        <a:t>Interactive Dashboard (Tabs)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281378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r>
                        <a:rPr lang="en-IN" dirty="0"/>
                        <a:t>Feedback Interface (Chat)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52850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7BA6C74-14E4-601B-45BE-D6D5DA2B88B6}"/>
              </a:ext>
            </a:extLst>
          </p:cNvPr>
          <p:cNvSpPr txBox="1"/>
          <p:nvPr/>
        </p:nvSpPr>
        <p:spPr>
          <a:xfrm>
            <a:off x="190500" y="711200"/>
            <a:ext cx="2860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/>
              <a:t>Streamlit</a:t>
            </a:r>
            <a:r>
              <a:rPr lang="en-IN" sz="2000" b="1" dirty="0"/>
              <a:t> UI (Frontend)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6D7C00-B6E7-3458-D492-DB0D4112239E}"/>
              </a:ext>
            </a:extLst>
          </p:cNvPr>
          <p:cNvSpPr txBox="1"/>
          <p:nvPr/>
        </p:nvSpPr>
        <p:spPr>
          <a:xfrm>
            <a:off x="3314701" y="7874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Agentic Orchestration Engine (Python)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8600CAC-AABE-CE69-D9BC-05E319B0A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749841"/>
              </p:ext>
            </p:extLst>
          </p:nvPr>
        </p:nvGraphicFramePr>
        <p:xfrm>
          <a:off x="3314701" y="1307216"/>
          <a:ext cx="3810000" cy="329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404342609"/>
                    </a:ext>
                  </a:extLst>
                </a:gridCol>
              </a:tblGrid>
              <a:tr h="658037">
                <a:tc>
                  <a:txBody>
                    <a:bodyPr/>
                    <a:lstStyle/>
                    <a:p>
                      <a:r>
                        <a:rPr lang="en-IN" b="1" dirty="0"/>
                        <a:t>Profiler Agent</a:t>
                      </a:r>
                      <a:r>
                        <a:rPr lang="en-IN" dirty="0"/>
                        <a:t> (Parser)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472925"/>
                  </a:ext>
                </a:extLst>
              </a:tr>
              <a:tr h="658037">
                <a:tc>
                  <a:txBody>
                    <a:bodyPr/>
                    <a:lstStyle/>
                    <a:p>
                      <a:r>
                        <a:rPr lang="en-IN" b="1" dirty="0"/>
                        <a:t>Market Scout Agent</a:t>
                      </a:r>
                      <a:r>
                        <a:rPr lang="en-IN" dirty="0"/>
                        <a:t> (RAG/Trends)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60128"/>
                  </a:ext>
                </a:extLst>
              </a:tr>
              <a:tr h="658037">
                <a:tc>
                  <a:txBody>
                    <a:bodyPr/>
                    <a:lstStyle/>
                    <a:p>
                      <a:r>
                        <a:rPr lang="en-IN" b="1" dirty="0"/>
                        <a:t>Planner Agent</a:t>
                      </a:r>
                      <a:r>
                        <a:rPr lang="en-IN" dirty="0"/>
                        <a:t> (Roadmap Generator)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557793"/>
                  </a:ext>
                </a:extLst>
              </a:tr>
              <a:tr h="658037">
                <a:tc>
                  <a:txBody>
                    <a:bodyPr/>
                    <a:lstStyle/>
                    <a:p>
                      <a:r>
                        <a:rPr lang="en-IN" b="1" dirty="0"/>
                        <a:t>Action Agent</a:t>
                      </a:r>
                      <a:r>
                        <a:rPr lang="en-IN" dirty="0"/>
                        <a:t> (Email Drafter)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916109"/>
                  </a:ext>
                </a:extLst>
              </a:tr>
              <a:tr h="658037">
                <a:tc>
                  <a:txBody>
                    <a:bodyPr/>
                    <a:lstStyle/>
                    <a:p>
                      <a:r>
                        <a:rPr lang="en-IN" b="1" dirty="0"/>
                        <a:t>Learning Agent</a:t>
                      </a:r>
                      <a:r>
                        <a:rPr lang="en-IN" dirty="0"/>
                        <a:t> (Feedback Loop)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33412"/>
                  </a:ext>
                </a:extLst>
              </a:tr>
            </a:tbl>
          </a:graphicData>
        </a:graphic>
      </p:graphicFrame>
      <p:sp>
        <p:nvSpPr>
          <p:cNvPr id="29" name="Cloud 28">
            <a:extLst>
              <a:ext uri="{FF2B5EF4-FFF2-40B4-BE49-F238E27FC236}">
                <a16:creationId xmlns:a16="http://schemas.microsoft.com/office/drawing/2014/main" id="{187CFB8D-D5C2-F15E-8AB5-6A9442DDC710}"/>
              </a:ext>
            </a:extLst>
          </p:cNvPr>
          <p:cNvSpPr/>
          <p:nvPr/>
        </p:nvSpPr>
        <p:spPr>
          <a:xfrm>
            <a:off x="7658100" y="1253067"/>
            <a:ext cx="2133600" cy="838200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dirty="0"/>
              <a:t>Google Gemini 1.5 Flash (LLM)</a:t>
            </a:r>
            <a:endParaRPr lang="en-IN" sz="1400" dirty="0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B2D909DF-17D6-2259-2639-0623A5F0E845}"/>
              </a:ext>
            </a:extLst>
          </p:cNvPr>
          <p:cNvSpPr/>
          <p:nvPr/>
        </p:nvSpPr>
        <p:spPr>
          <a:xfrm>
            <a:off x="7878233" y="2239021"/>
            <a:ext cx="1752600" cy="1402058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22DDE1A7-9978-ACBB-0D11-EB48E3B75AA5}"/>
              </a:ext>
            </a:extLst>
          </p:cNvPr>
          <p:cNvSpPr/>
          <p:nvPr/>
        </p:nvSpPr>
        <p:spPr>
          <a:xfrm>
            <a:off x="7878233" y="2701304"/>
            <a:ext cx="1752600" cy="636232"/>
          </a:xfrm>
          <a:prstGeom prst="flowChartMagneticDisk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Vector Memory (User Context)</a:t>
            </a:r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F079BB18-2995-6B92-0823-472DB50BC043}"/>
              </a:ext>
            </a:extLst>
          </p:cNvPr>
          <p:cNvSpPr/>
          <p:nvPr/>
        </p:nvSpPr>
        <p:spPr>
          <a:xfrm>
            <a:off x="8153400" y="3936488"/>
            <a:ext cx="1143000" cy="978307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Web Search Tools (Market Data)</a:t>
            </a:r>
            <a:endParaRPr lang="en-US" sz="1100" dirty="0"/>
          </a:p>
          <a:p>
            <a:pPr algn="ctr"/>
            <a:endParaRPr lang="en-IN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963DA8-D6D6-A4A4-CB90-41C26A482D73}"/>
              </a:ext>
            </a:extLst>
          </p:cNvPr>
          <p:cNvSpPr txBox="1"/>
          <p:nvPr/>
        </p:nvSpPr>
        <p:spPr>
          <a:xfrm>
            <a:off x="7505700" y="787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Foundation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90A68F4-CA26-323C-26D2-3CB00991F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589"/>
            <a:ext cx="10287000" cy="45082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C349-9F13-F699-4847-389084E7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58C23F-45D0-2237-F52E-CC97B63E490B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7276B9-DB9D-2795-9D10-458FE475ED98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7A5FE11-CD47-1889-A208-B4A6A6FD4E53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D974299-7B10-4BD9-E252-F58559E33A30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ABEBE12-843D-B63E-98AC-567B6DE85BC7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3B18707-8EE4-561C-D3B9-F59B881839BB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37494FC-0571-C545-A21E-053732E88AE2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6F15FEB-AD72-F657-7A98-B8DB383EF3B7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E5B392D-7B0A-1C19-87A2-42A31031E955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BFF417C-A7D1-A3BC-DD8D-9C19AB210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916"/>
            <a:ext cx="10248900" cy="43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5A6D-61FA-2003-0E59-9ACDAA1A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272BC8-4E9F-66C7-AA39-EF68682DDE09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C24588-C93B-6B5F-C652-092115999878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A1D26ED-C31F-3241-8A55-E3A8109ECEF1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F3A1895-662A-2CE0-AD6E-6E40E588C0F0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07C198B-CAD5-B0FA-6E5E-095B0AC5C207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F077DB8-902E-D484-C349-E941CAF45BFF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2D980AC-54E8-26A8-11A6-3C6310EB291C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0DC5BB6-FB24-1499-678D-888A870025B1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A91423-F57D-195A-4F05-1D1BB82BEAD4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377B803-476C-3178-1449-8DB42CF8A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589"/>
            <a:ext cx="10287000" cy="43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4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5C61-032A-2918-575A-B2B1D2A0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8CE1D4-6C38-4EFD-257A-0E44B08F1D36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D619A6-576B-1C7E-7A9F-D423BEF294C8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A97E416-D3DC-3D07-7186-F896B78CB711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1B38E2A-4AD8-81A9-5697-D69B68097382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41C22A6-CC22-FAF5-FE23-6B1BB9FD7FF1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70AEE13-CCFC-1656-07C2-0E834D83CD0A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2B9B3BA-11BF-773A-34A2-FED26C6B0E2F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0467029-616E-3F7A-CCF8-C01A5686981A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BB5A539-E3D5-BDD8-4D81-558A1241E655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FEA6756-6834-5C2B-631C-32C1E6FA4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916"/>
            <a:ext cx="10287000" cy="43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5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90FB-B7C4-18E1-7358-08252D76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90F06B-C770-715A-3CAD-BE941DBE5F12}"/>
              </a:ext>
            </a:extLst>
          </p:cNvPr>
          <p:cNvGrpSpPr/>
          <p:nvPr/>
        </p:nvGrpSpPr>
        <p:grpSpPr>
          <a:xfrm>
            <a:off x="0" y="5004014"/>
            <a:ext cx="10287000" cy="387136"/>
            <a:chOff x="0" y="0"/>
            <a:chExt cx="5169753" cy="1945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B1FD895-B1DC-862C-10B7-E44863E8DDDB}"/>
                </a:ext>
              </a:extLst>
            </p:cNvPr>
            <p:cNvSpPr/>
            <p:nvPr/>
          </p:nvSpPr>
          <p:spPr>
            <a:xfrm>
              <a:off x="0" y="0"/>
              <a:ext cx="5169753" cy="194556"/>
            </a:xfrm>
            <a:custGeom>
              <a:avLst/>
              <a:gdLst/>
              <a:ahLst/>
              <a:cxnLst/>
              <a:rect l="l" t="t" r="r" b="b"/>
              <a:pathLst>
                <a:path w="5169753" h="194556">
                  <a:moveTo>
                    <a:pt x="0" y="0"/>
                  </a:moveTo>
                  <a:lnTo>
                    <a:pt x="5169753" y="0"/>
                  </a:lnTo>
                  <a:lnTo>
                    <a:pt x="5169753" y="194556"/>
                  </a:lnTo>
                  <a:lnTo>
                    <a:pt x="0" y="19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2EA1E3-2213-0214-C74F-03C0B5A26657}"/>
                </a:ext>
              </a:extLst>
            </p:cNvPr>
            <p:cNvSpPr txBox="1"/>
            <p:nvPr/>
          </p:nvSpPr>
          <p:spPr>
            <a:xfrm>
              <a:off x="0" y="-19050"/>
              <a:ext cx="5169753" cy="2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1E952A2-050D-4251-883D-5DD18402F120}"/>
              </a:ext>
            </a:extLst>
          </p:cNvPr>
          <p:cNvGrpSpPr/>
          <p:nvPr/>
        </p:nvGrpSpPr>
        <p:grpSpPr>
          <a:xfrm>
            <a:off x="0" y="-14327"/>
            <a:ext cx="10287000" cy="651243"/>
            <a:chOff x="0" y="0"/>
            <a:chExt cx="5169753" cy="32728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ADF451-CE47-7212-1A98-1D44BE79A7CF}"/>
                </a:ext>
              </a:extLst>
            </p:cNvPr>
            <p:cNvSpPr/>
            <p:nvPr/>
          </p:nvSpPr>
          <p:spPr>
            <a:xfrm>
              <a:off x="0" y="0"/>
              <a:ext cx="5169753" cy="327283"/>
            </a:xfrm>
            <a:custGeom>
              <a:avLst/>
              <a:gdLst/>
              <a:ahLst/>
              <a:cxnLst/>
              <a:rect l="l" t="t" r="r" b="b"/>
              <a:pathLst>
                <a:path w="5169753" h="327283">
                  <a:moveTo>
                    <a:pt x="0" y="0"/>
                  </a:moveTo>
                  <a:lnTo>
                    <a:pt x="5169753" y="0"/>
                  </a:lnTo>
                  <a:lnTo>
                    <a:pt x="5169753" y="327283"/>
                  </a:lnTo>
                  <a:lnTo>
                    <a:pt x="0" y="327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35A0D5-1EF5-D2E5-0B89-2312A11EC3F7}"/>
                </a:ext>
              </a:extLst>
            </p:cNvPr>
            <p:cNvSpPr txBox="1"/>
            <p:nvPr/>
          </p:nvSpPr>
          <p:spPr>
            <a:xfrm>
              <a:off x="0" y="-19050"/>
              <a:ext cx="5169753" cy="346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74E2788-6A3B-C744-F2BE-431FCE3A711A}"/>
              </a:ext>
            </a:extLst>
          </p:cNvPr>
          <p:cNvGrpSpPr/>
          <p:nvPr/>
        </p:nvGrpSpPr>
        <p:grpSpPr>
          <a:xfrm>
            <a:off x="3903074" y="-14327"/>
            <a:ext cx="2480852" cy="651243"/>
            <a:chOff x="0" y="0"/>
            <a:chExt cx="3307803" cy="8683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18EA557-7B2D-E614-5296-4E400917B3EA}"/>
                </a:ext>
              </a:extLst>
            </p:cNvPr>
            <p:cNvSpPr/>
            <p:nvPr/>
          </p:nvSpPr>
          <p:spPr>
            <a:xfrm>
              <a:off x="0" y="0"/>
              <a:ext cx="794159" cy="868323"/>
            </a:xfrm>
            <a:custGeom>
              <a:avLst/>
              <a:gdLst/>
              <a:ahLst/>
              <a:cxnLst/>
              <a:rect l="l" t="t" r="r" b="b"/>
              <a:pathLst>
                <a:path w="794159" h="868323">
                  <a:moveTo>
                    <a:pt x="0" y="0"/>
                  </a:moveTo>
                  <a:lnTo>
                    <a:pt x="794159" y="0"/>
                  </a:lnTo>
                  <a:lnTo>
                    <a:pt x="794159" y="868323"/>
                  </a:lnTo>
                  <a:lnTo>
                    <a:pt x="0" y="868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15908FA-127F-B60D-CA7F-2147C74DDE3A}"/>
                </a:ext>
              </a:extLst>
            </p:cNvPr>
            <p:cNvSpPr/>
            <p:nvPr/>
          </p:nvSpPr>
          <p:spPr>
            <a:xfrm>
              <a:off x="895759" y="0"/>
              <a:ext cx="2412045" cy="849221"/>
            </a:xfrm>
            <a:custGeom>
              <a:avLst/>
              <a:gdLst/>
              <a:ahLst/>
              <a:cxnLst/>
              <a:rect l="l" t="t" r="r" b="b"/>
              <a:pathLst>
                <a:path w="2412045" h="849221">
                  <a:moveTo>
                    <a:pt x="0" y="0"/>
                  </a:moveTo>
                  <a:lnTo>
                    <a:pt x="2412044" y="0"/>
                  </a:lnTo>
                  <a:lnTo>
                    <a:pt x="2412044" y="849221"/>
                  </a:lnTo>
                  <a:lnTo>
                    <a:pt x="0" y="84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9CDA7B-4217-6553-6C06-1AE3FAE9994A}"/>
              </a:ext>
            </a:extLst>
          </p:cNvPr>
          <p:cNvSpPr/>
          <p:nvPr/>
        </p:nvSpPr>
        <p:spPr>
          <a:xfrm>
            <a:off x="647700" y="2445230"/>
            <a:ext cx="2743199" cy="18327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Resume Parsing, Learning Sprints, Email Drafting, Basic Mock Interview.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10BD7-AB52-2FA0-97DB-F19F451B4294}"/>
              </a:ext>
            </a:extLst>
          </p:cNvPr>
          <p:cNvSpPr txBox="1"/>
          <p:nvPr/>
        </p:nvSpPr>
        <p:spPr>
          <a:xfrm>
            <a:off x="647700" y="1841327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Current MVP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25AE05-4481-77B4-8D0A-1AB95E4746F1}"/>
              </a:ext>
            </a:extLst>
          </p:cNvPr>
          <p:cNvSpPr txBox="1"/>
          <p:nvPr/>
        </p:nvSpPr>
        <p:spPr>
          <a:xfrm>
            <a:off x="190500" y="787400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Roadmap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A5B18-9CA6-9205-ACC3-A234D8306B26}"/>
              </a:ext>
            </a:extLst>
          </p:cNvPr>
          <p:cNvSpPr txBox="1"/>
          <p:nvPr/>
        </p:nvSpPr>
        <p:spPr>
          <a:xfrm>
            <a:off x="4000500" y="1903695"/>
            <a:ext cx="2085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Networking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0B01D1-11D7-5F55-4F7F-B633E11AFC75}"/>
              </a:ext>
            </a:extLst>
          </p:cNvPr>
          <p:cNvSpPr/>
          <p:nvPr/>
        </p:nvSpPr>
        <p:spPr>
          <a:xfrm>
            <a:off x="3771900" y="2419828"/>
            <a:ext cx="2895600" cy="185811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Agent scans LinkedIn to find college alumni working at target companies and drafts "warm introduction" messages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847D14-F595-AA9C-920D-68BFDB5EBE48}"/>
              </a:ext>
            </a:extLst>
          </p:cNvPr>
          <p:cNvSpPr txBox="1"/>
          <p:nvPr/>
        </p:nvSpPr>
        <p:spPr>
          <a:xfrm>
            <a:off x="7505700" y="1903695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Vision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6DDF77-F911-9D96-32B9-3C0830AFECF0}"/>
              </a:ext>
            </a:extLst>
          </p:cNvPr>
          <p:cNvSpPr/>
          <p:nvPr/>
        </p:nvSpPr>
        <p:spPr>
          <a:xfrm>
            <a:off x="7048500" y="2383685"/>
            <a:ext cx="3048000" cy="18942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Users upload a video intro. The AI analyzes eye contact, voice modulation, and confidence to provide behavioral coaching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554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00" y="4762774"/>
            <a:ext cx="10287000" cy="622026"/>
            <a:chOff x="0" y="0"/>
            <a:chExt cx="5169753" cy="312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753" cy="312600"/>
            </a:xfrm>
            <a:custGeom>
              <a:avLst/>
              <a:gdLst/>
              <a:ahLst/>
              <a:cxnLst/>
              <a:rect l="l" t="t" r="r" b="b"/>
              <a:pathLst>
                <a:path w="5169753" h="312600">
                  <a:moveTo>
                    <a:pt x="0" y="0"/>
                  </a:moveTo>
                  <a:lnTo>
                    <a:pt x="5169753" y="0"/>
                  </a:lnTo>
                  <a:lnTo>
                    <a:pt x="5169753" y="312600"/>
                  </a:lnTo>
                  <a:lnTo>
                    <a:pt x="0" y="31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169753" cy="33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7256" y="1886850"/>
            <a:ext cx="10039850" cy="114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7"/>
              </a:lnSpc>
            </a:pPr>
            <a:r>
              <a:rPr lang="en-US" sz="1152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2500" y="3225800"/>
            <a:ext cx="5602710" cy="532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sz="3094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Name : </a:t>
            </a:r>
            <a:r>
              <a:rPr lang="en-US" sz="3094" b="1" dirty="0">
                <a:solidFill>
                  <a:srgbClr val="000000"/>
                </a:solidFill>
                <a:latin typeface="Franklin Gothic Medium Cond" panose="020B0606030402020204" pitchFamily="34" charset="0"/>
                <a:ea typeface="Garet Bold"/>
                <a:cs typeface="Garet Bold"/>
                <a:sym typeface="Garet Bold"/>
              </a:rPr>
              <a:t>Tech</a:t>
            </a:r>
            <a:r>
              <a:rPr lang="en-US" sz="3094" dirty="0">
                <a:solidFill>
                  <a:srgbClr val="000000"/>
                </a:solidFill>
                <a:latin typeface="Franklin Gothic Medium Cond" panose="020B0606030402020204" pitchFamily="34" charset="0"/>
                <a:ea typeface="Garet Bold"/>
                <a:cs typeface="Garet Bold"/>
                <a:sym typeface="Garet Bold"/>
              </a:rPr>
              <a:t> Star’s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-14327"/>
            <a:ext cx="10287000" cy="1291577"/>
            <a:chOff x="0" y="0"/>
            <a:chExt cx="5169753" cy="6490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69753" cy="649085"/>
            </a:xfrm>
            <a:custGeom>
              <a:avLst/>
              <a:gdLst/>
              <a:ahLst/>
              <a:cxnLst/>
              <a:rect l="l" t="t" r="r" b="b"/>
              <a:pathLst>
                <a:path w="5169753" h="649085">
                  <a:moveTo>
                    <a:pt x="0" y="0"/>
                  </a:moveTo>
                  <a:lnTo>
                    <a:pt x="5169753" y="0"/>
                  </a:lnTo>
                  <a:lnTo>
                    <a:pt x="5169753" y="649085"/>
                  </a:lnTo>
                  <a:lnTo>
                    <a:pt x="0" y="649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169753" cy="668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42524" y="191852"/>
            <a:ext cx="3349313" cy="879220"/>
            <a:chOff x="0" y="0"/>
            <a:chExt cx="4465751" cy="11722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166" cy="1172293"/>
            </a:xfrm>
            <a:custGeom>
              <a:avLst/>
              <a:gdLst/>
              <a:ahLst/>
              <a:cxnLst/>
              <a:rect l="l" t="t" r="r" b="b"/>
              <a:pathLst>
                <a:path w="1072166" h="1172293">
                  <a:moveTo>
                    <a:pt x="0" y="0"/>
                  </a:moveTo>
                  <a:lnTo>
                    <a:pt x="1072166" y="0"/>
                  </a:lnTo>
                  <a:lnTo>
                    <a:pt x="1072166" y="1172293"/>
                  </a:lnTo>
                  <a:lnTo>
                    <a:pt x="0" y="1172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933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09333" y="0"/>
              <a:ext cx="3256418" cy="1146504"/>
            </a:xfrm>
            <a:custGeom>
              <a:avLst/>
              <a:gdLst/>
              <a:ahLst/>
              <a:cxnLst/>
              <a:rect l="l" t="t" r="r" b="b"/>
              <a:pathLst>
                <a:path w="3256418" h="1146504">
                  <a:moveTo>
                    <a:pt x="0" y="0"/>
                  </a:moveTo>
                  <a:lnTo>
                    <a:pt x="3256418" y="0"/>
                  </a:lnTo>
                  <a:lnTo>
                    <a:pt x="3256418" y="1146504"/>
                  </a:lnTo>
                  <a:lnTo>
                    <a:pt x="0" y="1146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19278BE-B8B8-68FD-402E-83DB6F1301E8}"/>
              </a:ext>
            </a:extLst>
          </p:cNvPr>
          <p:cNvSpPr txBox="1"/>
          <p:nvPr/>
        </p:nvSpPr>
        <p:spPr>
          <a:xfrm>
            <a:off x="5372100" y="3800204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Track : </a:t>
            </a:r>
            <a:r>
              <a:rPr lang="en-US" sz="3200" dirty="0">
                <a:latin typeface="Franklin Gothic Medium Cond" panose="020B0606030402020204" pitchFamily="34" charset="0"/>
              </a:rPr>
              <a:t>Agentic-AI</a:t>
            </a:r>
            <a:endParaRPr lang="en-IN" sz="3200" dirty="0">
              <a:latin typeface="Franklin Gothic Medium Cond" panose="020B06060304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660</Words>
  <Application>Microsoft Office PowerPoint</Application>
  <PresentationFormat>Custom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Microsoft JhengHei UI Light</vt:lpstr>
      <vt:lpstr>Garet</vt:lpstr>
      <vt:lpstr>Franklin Gothic Medium Cond</vt:lpstr>
      <vt:lpstr>Montserrat Bold</vt:lpstr>
      <vt:lpstr>Garet Bold</vt:lpstr>
      <vt:lpstr>League Spartan</vt:lpstr>
      <vt:lpstr>Calibri</vt:lpstr>
      <vt:lpstr>Montserrat</vt:lpstr>
      <vt:lpstr>Arial</vt:lpstr>
      <vt:lpstr>Wingdings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AI-Verse PPT Template</dc:title>
  <cp:lastModifiedBy>yogananda1585@gmail.com</cp:lastModifiedBy>
  <cp:revision>2</cp:revision>
  <dcterms:created xsi:type="dcterms:W3CDTF">2006-08-16T00:00:00Z</dcterms:created>
  <dcterms:modified xsi:type="dcterms:W3CDTF">2025-12-30T05:13:22Z</dcterms:modified>
  <dc:identifier>DAG79ArSZVM</dc:identifier>
</cp:coreProperties>
</file>